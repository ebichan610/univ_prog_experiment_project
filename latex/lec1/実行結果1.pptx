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69"/>
  </p:normalViewPr>
  <p:slideViewPr>
    <p:cSldViewPr snapToGrid="0">
      <p:cViewPr varScale="1">
        <p:scale>
          <a:sx n="88" d="100"/>
          <a:sy n="88" d="100"/>
        </p:scale>
        <p:origin x="1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89EFF9-1903-FAD8-710C-DC622464A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6E4E48C-17DE-A323-5A75-8ECE81D76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74FBD8-34FC-D1A0-7644-AD817665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E109FA-491F-5CB3-8EC1-0D67A36CC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DD86FD-63E1-DAD2-7C5B-EE72A8B5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437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8EF85E-BFFF-3F59-F691-566AB44F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60B3DD-CAF8-6781-670C-7A9795C64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54DFAA-2E41-20E7-C25A-4A37AD5D2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A9C14C-09B6-E43F-EE9C-7C0A87B29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22A9AB-8E89-8175-DEE5-A5D039E5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807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1EC5E1-E84B-03BB-48CB-D669B502E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A6206D-5078-1454-E765-126D5EA56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9F11DF-09C1-235D-8692-386979EC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5DE1AE-C4E2-B2F1-D002-67FEAC65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608B3C-A5B0-E847-847E-D4EF61A13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50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BFF0D3-28F6-F58E-8BDB-B44102A0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47B02F-51CF-B024-4A1B-2C4E6EE2F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232A36-8A25-06B4-7FBA-51CB6D520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AC9C83-43D6-2252-050A-4D6BDF5D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CA44FD-7215-294E-D490-653AB39CE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A3CE28-B4E1-7CBA-4D30-4FD84A34E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5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3D1648-7F6A-6170-4EAF-0CD1778F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3D8915-5FA9-D9A5-4004-5A4D12393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BD78E4A-9F91-B476-F606-B10795980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253BCC-C7FE-8C17-C0A5-C27FE119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920970-6790-D5A7-7EE6-216137AD0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AFAE40-10B1-68C3-8CF8-3565927B1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3EE97A4-5284-907B-AC6D-ED1C9B00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B1F61E-A365-1EE6-5262-95F4D634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5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26135F-4213-6193-554B-13693452F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C8A4CB5-CBDC-3B0C-313C-83784408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04A184-77FB-100C-E91E-61530216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8CCE53-F413-5183-5CA2-BEC5BC8E6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329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57683CD-9BC2-C314-7504-4B97B3C6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D86FD9-D8DA-4615-F787-0AEFA51E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A9EC81B-D1C0-C778-34C5-43D86130A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41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0E65A2-6008-D57F-64FC-8576D696F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C9A0A7-C71E-DEF7-383E-D1F061E46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1510A9-A21E-3287-B865-6D3D7E8E9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E9CED8-2FB0-4F2A-C3D9-5833846F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439B43-EE61-6871-9353-2E160F05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73AD99-C9E1-B808-D420-C3A08EE4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03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850725-F015-D18C-3EC8-03C566890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92D1F55-C9C6-086F-215F-34540D99D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3A8A91-6F38-E64D-E0DD-D7136C97A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F206DB-35A1-3D71-1024-0B819283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29CD9D-95A5-0361-0AFF-578DA6517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8FE11F-0356-8357-809D-4EC75FD4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846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C43B06-E292-42B4-79E3-227F2483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F437A8-EBA1-58F9-179B-00F1AE7FC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1B2BD2-F917-835B-FD09-C712226A5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573D7F-A9FE-4D6B-4D7C-B183FE66C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55C7BB-86D7-4B93-04B4-137C8C78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13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DCD8BCD-2325-43EA-41E3-6B906214D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B0E3B1-D88D-FFF2-F112-A5F0285FB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A4B0AC-7786-F456-F48E-8360B1B0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EC1F19-CCA7-663B-0F64-88C1C98F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2F6D77-7A0C-0A1B-5984-4D53F8FD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485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116502-CFBC-4077-A0C7-07C2A0966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452DDF-D713-46D6-4729-74AB0373D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F50CFF-ABBC-BFB9-2148-C7F54D3D0F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DFD4D-113E-254E-9DD1-A0515E1BC34D}" type="datetimeFigureOut">
              <a:rPr kumimoji="1" lang="ja-JP" altLang="en-US" smtClean="0"/>
              <a:t>2026/4/15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3BADA3-7A4F-2D12-B0FD-D7B1A3553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575193-876E-B33F-89D0-D3DF0F1F1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83ABB-3DBA-2D4B-A5AC-4B6B8DE6853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30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60B8D6C-7BE1-F97D-235E-09C194EB9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30" y="1708960"/>
            <a:ext cx="6249140" cy="344008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D01CA97-DE92-7E06-D922-D0D7A2FB2A21}"/>
              </a:ext>
            </a:extLst>
          </p:cNvPr>
          <p:cNvSpPr txBox="1"/>
          <p:nvPr/>
        </p:nvSpPr>
        <p:spPr>
          <a:xfrm>
            <a:off x="4836681" y="5406571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1</a:t>
            </a:r>
            <a:r>
              <a:rPr kumimoji="1" lang="ja-JP" altLang="en-US"/>
              <a:t>　課題</a:t>
            </a:r>
            <a:r>
              <a:rPr kumimoji="1" lang="en-US" altLang="ja-JP" dirty="0"/>
              <a:t>1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514456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2E63A9-FDCC-434F-05BE-3BBDD7E4D89C}"/>
              </a:ext>
            </a:extLst>
          </p:cNvPr>
          <p:cNvSpPr txBox="1"/>
          <p:nvPr/>
        </p:nvSpPr>
        <p:spPr>
          <a:xfrm>
            <a:off x="4836681" y="4390571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</a:t>
            </a:r>
            <a:r>
              <a:rPr kumimoji="1" lang="ja-JP" altLang="en-US"/>
              <a:t>　課題</a:t>
            </a:r>
            <a:r>
              <a:rPr lang="en-US" altLang="ja-JP" dirty="0"/>
              <a:t>2</a:t>
            </a:r>
            <a:r>
              <a:rPr kumimoji="1" lang="ja-JP" altLang="en-US"/>
              <a:t>の実行結果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D1E6E4F-961F-9C7B-9C77-0ACF75AFE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900" y="2971800"/>
            <a:ext cx="4140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48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AFF62F-6169-D018-3ECF-C3DBED2DAA57}"/>
              </a:ext>
            </a:extLst>
          </p:cNvPr>
          <p:cNvSpPr txBox="1"/>
          <p:nvPr/>
        </p:nvSpPr>
        <p:spPr>
          <a:xfrm>
            <a:off x="4660900" y="5159829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3</a:t>
            </a:r>
            <a:r>
              <a:rPr kumimoji="1" lang="ja-JP" altLang="en-US"/>
              <a:t>　課題</a:t>
            </a:r>
            <a:r>
              <a:rPr lang="en-US" altLang="ja-JP" dirty="0"/>
              <a:t>3</a:t>
            </a:r>
            <a:r>
              <a:rPr kumimoji="1" lang="ja-JP" altLang="en-US"/>
              <a:t>の実行結果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FF2CCB3-05B0-CAA7-BEF2-1BEF9B56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987550"/>
            <a:ext cx="58420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82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496DDBD-C8A8-4B8C-E02A-52F8117FD9FC}"/>
              </a:ext>
            </a:extLst>
          </p:cNvPr>
          <p:cNvSpPr txBox="1"/>
          <p:nvPr/>
        </p:nvSpPr>
        <p:spPr>
          <a:xfrm>
            <a:off x="4836681" y="4840514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4</a:t>
            </a:r>
            <a:r>
              <a:rPr kumimoji="1" lang="ja-JP" altLang="en-US"/>
              <a:t>　課題</a:t>
            </a:r>
            <a:r>
              <a:rPr lang="en-US" altLang="ja-JP" dirty="0"/>
              <a:t>4</a:t>
            </a:r>
            <a:r>
              <a:rPr kumimoji="1" lang="ja-JP" altLang="en-US"/>
              <a:t>の実行結果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804E256-0B84-CBEB-7872-4AFC9F955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0" y="2266950"/>
            <a:ext cx="45974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1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B167BE-B576-1DF4-0271-9225C977F390}"/>
              </a:ext>
            </a:extLst>
          </p:cNvPr>
          <p:cNvSpPr txBox="1"/>
          <p:nvPr/>
        </p:nvSpPr>
        <p:spPr>
          <a:xfrm>
            <a:off x="4836681" y="4071257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5</a:t>
            </a:r>
            <a:r>
              <a:rPr kumimoji="1" lang="ja-JP" altLang="en-US"/>
              <a:t>　課題</a:t>
            </a:r>
            <a:r>
              <a:rPr lang="en-US" altLang="ja-JP" dirty="0"/>
              <a:t>5</a:t>
            </a:r>
            <a:r>
              <a:rPr kumimoji="1" lang="ja-JP" altLang="en-US"/>
              <a:t>の実行結果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8741E20-E1CA-5A8F-52D8-DC382ED26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3149600"/>
            <a:ext cx="45847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2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</Words>
  <Application>Microsoft Macintosh PowerPoint</Application>
  <PresentationFormat>ワイド画面</PresentationFormat>
  <Paragraphs>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2</cp:revision>
  <dcterms:created xsi:type="dcterms:W3CDTF">2026-04-15T03:29:03Z</dcterms:created>
  <dcterms:modified xsi:type="dcterms:W3CDTF">2026-04-15T03:32:47Z</dcterms:modified>
</cp:coreProperties>
</file>