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5"/>
  </p:normalViewPr>
  <p:slideViewPr>
    <p:cSldViewPr snapToGrid="0">
      <p:cViewPr varScale="1">
        <p:scale>
          <a:sx n="88" d="100"/>
          <a:sy n="88" d="100"/>
        </p:scale>
        <p:origin x="17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A737EA-9F44-E253-9F1D-28F1C0030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C0F2B8-3DB4-56A6-6641-9F19F4864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7FA9D6-88B9-68CE-3D07-594BAB37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0CA558-732F-47D3-8E3F-D3E1C656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AA681B-CBE6-78F2-A377-BFC7EFED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38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E62995-B07A-6605-D267-37BCBE89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ACE50C-F6F3-E96F-BA45-886F24E2D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0BD2E1-1627-0DA8-1864-C2474D56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5F279C-0D01-3291-5C4E-228F225E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6DC1BB-B48B-782B-C8E7-54ECF153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45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3D485A-AF29-36DA-04CB-60295CDB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60B049-357A-34D4-27B7-040C550F5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477984-1B26-DC88-02FC-C3ADAD6F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8A22EE-C519-3330-93E8-D0C386A9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253170-EBC0-9713-60E4-BAFC5FEE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8718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F7984-F03E-BA8A-3D20-CAA3FF2C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FC718-6540-352D-E2EF-A461C1720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366840-0B6A-623A-3B97-277019731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4F7337-C683-B35A-3F98-49D02595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FA25A4-55DF-CA7B-DAE0-2784A5AE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C90B36-2A9E-B53A-2462-DBE5CAF8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17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2A436-B3E4-A5F7-9935-89292574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C5A5A4-62A7-2094-FD82-64C1C825B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4883C3-8044-64C4-4BE9-3BAF546EB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7E739C-5DE1-7DF8-A252-FFE14BF16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551FE38-80AB-C4F6-6ED0-8C89C6C8A2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55557D-FC9F-B807-7963-A02DFB5E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EC176AC-40DA-D674-CE77-D562A1623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39E352-644A-DC34-2FEF-C7FA1D27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58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AB5866-8197-1638-1893-A8E96175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38552E-37FC-38AA-B83F-7D28457D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631680-4D2F-4E05-5EAF-E91AE963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04CB8E7-29FE-843F-1A7D-85B6FF55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528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406CAF6-74EA-4FE8-8C28-05034F1C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50DDDA-366A-CB0C-708D-34F3B82A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269DEF-824D-7269-CB1D-56147AD0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77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D77C63-932F-5699-1809-2C2E3056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05691A-546C-8A28-A3E1-432C57313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847A3A-F78A-B35D-73E2-1BE258EFE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7164BD-9579-4EA0-B316-F4998C01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D29F50-E827-973B-B609-9BE3AC60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C1EC4B-7B2D-891B-7AB4-DE2CB580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39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B75CD0-3767-D884-5F34-ACD93E0B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885261-1DCE-8FA4-8995-782445E26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80249D-016D-4B34-EFF6-C02311B29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D87D1B-441A-A659-354E-C36C981A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67446B-CEEC-FD2E-78B3-CDEAA0BE7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F8B38F-C292-EC7D-3411-3C495CA3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42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3FDE1D-3290-AFA9-AF29-F184F9A1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153C76-D58D-2BB1-BCEA-25F3408F8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CF1BE-240A-6AE2-58AA-B4571D03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48D65E-B97E-E92F-FFDB-77B3010A8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BCB4A4-32B1-C192-8ECC-FE322EBE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B1B1DEE-251E-74B9-8FE4-2E41899B5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F50A62-3AC8-53C0-463C-4FA6B80E5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CDC9FA-DC5A-7878-C58D-BF4A61FF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9079F1-C2F6-E547-9F6B-341E9460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F08320-413A-50E9-49B1-757B2FA6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95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44E36A-AB4B-77D8-268A-D5BCA51A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2866CD-C2E9-64D3-3658-B347C5611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0027EF-A437-A8DE-1C61-101BD1D13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0A600-24EE-DB41-BF3A-0071F0FC24A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9D4FC4-2D43-2AC9-FF2A-C137350C3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DD0AA2-2E26-9DDB-28CC-8AB3981CC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56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98D9E7-6551-6005-F3DC-B2B86FD8F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2178050"/>
            <a:ext cx="4546600" cy="25019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99F48E-CB77-9913-38A6-BDC986B39753}"/>
              </a:ext>
            </a:extLst>
          </p:cNvPr>
          <p:cNvSpPr txBox="1"/>
          <p:nvPr/>
        </p:nvSpPr>
        <p:spPr>
          <a:xfrm>
            <a:off x="4836681" y="46799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1</a:t>
            </a:r>
            <a:r>
              <a:rPr kumimoji="1" lang="ja-JP" altLang="en-US"/>
              <a:t>　</a:t>
            </a:r>
            <a:r>
              <a:rPr kumimoji="1" lang="en-US" altLang="ja-JP" dirty="0"/>
              <a:t>1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159718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5451F93-6628-2BA8-FF31-5465E4D71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350" y="2794000"/>
            <a:ext cx="4559300" cy="1270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C25CE7-BC52-FF6F-4B15-103E9BF43D95}"/>
              </a:ext>
            </a:extLst>
          </p:cNvPr>
          <p:cNvSpPr txBox="1"/>
          <p:nvPr/>
        </p:nvSpPr>
        <p:spPr>
          <a:xfrm>
            <a:off x="4836681" y="40640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2</a:t>
            </a:r>
            <a:r>
              <a:rPr kumimoji="1" lang="ja-JP" altLang="en-US"/>
              <a:t>　</a:t>
            </a:r>
            <a:r>
              <a:rPr lang="en-US" altLang="ja-JP" dirty="0"/>
              <a:t>2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24273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2DA496-283D-4868-E114-791DED390D4B}"/>
              </a:ext>
            </a:extLst>
          </p:cNvPr>
          <p:cNvSpPr txBox="1"/>
          <p:nvPr/>
        </p:nvSpPr>
        <p:spPr>
          <a:xfrm>
            <a:off x="4836681" y="40640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3</a:t>
            </a:r>
            <a:r>
              <a:rPr kumimoji="1" lang="ja-JP" altLang="en-US"/>
              <a:t>　</a:t>
            </a:r>
            <a:r>
              <a:rPr kumimoji="1" lang="en-US" altLang="ja-JP" dirty="0"/>
              <a:t>3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4140693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26EC2C-3094-FA77-DAC4-0B0941983733}"/>
              </a:ext>
            </a:extLst>
          </p:cNvPr>
          <p:cNvSpPr txBox="1"/>
          <p:nvPr/>
        </p:nvSpPr>
        <p:spPr>
          <a:xfrm>
            <a:off x="4836681" y="40640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</a:t>
            </a:r>
            <a:r>
              <a:rPr kumimoji="1" lang="ja-JP" altLang="en-US"/>
              <a:t>　</a:t>
            </a:r>
            <a:r>
              <a:rPr kumimoji="1" lang="en-US" altLang="ja-JP" dirty="0"/>
              <a:t>4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397822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FB6A685-902D-ADAB-6EF6-72B6E6623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2863850"/>
            <a:ext cx="4584700" cy="11303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30F3DE-5072-0995-4541-03AE96AB7004}"/>
              </a:ext>
            </a:extLst>
          </p:cNvPr>
          <p:cNvSpPr txBox="1"/>
          <p:nvPr/>
        </p:nvSpPr>
        <p:spPr>
          <a:xfrm>
            <a:off x="4836681" y="39941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5</a:t>
            </a:r>
            <a:r>
              <a:rPr kumimoji="1" lang="ja-JP" altLang="en-US"/>
              <a:t>　</a:t>
            </a:r>
            <a:r>
              <a:rPr lang="en-US" altLang="ja-JP" dirty="0"/>
              <a:t>5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324522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</Words>
  <Application>Microsoft Macintosh PowerPoint</Application>
  <PresentationFormat>ワイド画面</PresentationFormat>
  <Paragraphs>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4</cp:revision>
  <dcterms:created xsi:type="dcterms:W3CDTF">2026-05-08T03:03:00Z</dcterms:created>
  <dcterms:modified xsi:type="dcterms:W3CDTF">2026-05-08T03:32:07Z</dcterms:modified>
</cp:coreProperties>
</file>