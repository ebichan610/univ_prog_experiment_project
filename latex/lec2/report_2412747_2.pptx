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9"/>
  </p:normalViewPr>
  <p:slideViewPr>
    <p:cSldViewPr snapToGrid="0">
      <p:cViewPr varScale="1">
        <p:scale>
          <a:sx n="101" d="100"/>
          <a:sy n="101" d="100"/>
        </p:scale>
        <p:origin x="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697BEE-6D8F-E5AB-B399-2AB02489A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CAE4E15-ADEA-2C75-D729-C570DDFB36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3870BC-3F7A-96C3-DC40-0AF6C9EA1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2CA0-8F15-C249-A46B-93AB632C583E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2428FD-E186-56CD-4294-1BC6DB855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C659B0-7D05-8BF2-6EBF-2AC8BCD04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BA75-41C2-DA41-AE59-F41CFDF9EC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90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F8D5B6-8181-BE63-CAD0-072D813E3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A06604-F96D-4598-E1E0-E93F952C4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8FB541-74D5-0622-8A07-A6A483EF5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2CA0-8F15-C249-A46B-93AB632C583E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0B4E6E-C20E-D0C2-86A0-C004352DB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E93B81-F87E-6E94-071F-94DB9CF3E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BA75-41C2-DA41-AE59-F41CFDF9EC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246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43BF4D-34F6-0FE2-E285-62A206FD6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99634C7-4E8D-E48E-63BD-F896A864C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4B14B3-6DC4-A420-8179-593BC4631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2CA0-8F15-C249-A46B-93AB632C583E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A10373-0B76-4C1F-DEDF-83314C6F8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893777-C2A6-BBD8-E283-902E234B9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BA75-41C2-DA41-AE59-F41CFDF9EC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056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BF94EF-A3C1-D0DF-51C2-2FD6C2A3B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3A7769-FE7B-FF27-9C3C-9E054D7EC5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E3146EE-7E64-1773-2F1B-296B741E4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8A2AC4A-840C-50AF-8756-4230122C3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2CA0-8F15-C249-A46B-93AB632C583E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3AD16D-88E2-8D1E-CF43-0E76F0649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82B361-9F8E-A307-CBD9-D0D9CD9BC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BA75-41C2-DA41-AE59-F41CFDF9EC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1237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73C857-5E38-6179-37C7-C12DE616F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44ECA9-697F-AF95-DE42-9B49AE0E5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2FA745F-F0F0-E436-A1AE-6308CD3FA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EC1F162-FAEA-3B9C-290B-5E80CD2C66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0AC4E12-05CB-8FC7-9BA9-43DAC34ACA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508D54C-6289-D5D6-AE80-2FF671A19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2CA0-8F15-C249-A46B-93AB632C583E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4E039ED-87D3-9FF5-1814-81424BF81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A1E7563-8548-6D94-47E6-7E44982C4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BA75-41C2-DA41-AE59-F41CFDF9EC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7250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2AC977-6698-19C8-B5AC-8144C9D3F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B22D512-1D49-9602-64B2-691E24E36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2CA0-8F15-C249-A46B-93AB632C583E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A90DAB9-1F1C-8F79-EFB4-EFB8D9794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55D1884-8883-EF26-1293-D93A8369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BA75-41C2-DA41-AE59-F41CFDF9EC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307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1B74F0B-217E-E25C-3D9C-C983B2569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2CA0-8F15-C249-A46B-93AB632C583E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4297DB0-DA76-EF82-ED80-62F3A153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5AF6A5-BDC0-6BFB-48C4-BD390611B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BA75-41C2-DA41-AE59-F41CFDF9EC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085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FA1FF1-A114-11DB-560D-BCA34A871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6B0542-E039-3A4B-0BEB-BD3098396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9CE1DA8-81A7-908E-79E6-5B4BE580B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204706A-32B2-D8FE-69AB-829E408C5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2CA0-8F15-C249-A46B-93AB632C583E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7DC22D-8BAD-2E3C-924E-1FBEA5111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892E36E-1212-034C-1E4D-736725CC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BA75-41C2-DA41-AE59-F41CFDF9EC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2895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1C5083-8C55-3B78-3D65-0FA1A7F41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5906DAE-F175-C4EF-49F6-93E1533C9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033033E-DDAD-5335-2107-2427B3252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C08655-1CA3-FCD3-B256-A2F460CE6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2CA0-8F15-C249-A46B-93AB632C583E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521CD8F-8C92-B24C-9527-0ED29B686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F0BCE2-7F95-EA10-4B02-ED1C39986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BA75-41C2-DA41-AE59-F41CFDF9EC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9815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E92303-BF6B-8566-5B00-0BAD7DB1B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0B0118-69DA-3FCD-5CDD-B7DB5FEAB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DDFE0F-504F-9C3B-3EAA-68701E66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2CA0-8F15-C249-A46B-93AB632C583E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F1FE80-CE04-DF44-6F74-8B4195BBA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E0FC81-90E0-2CBB-95EB-76ECBEEEB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BA75-41C2-DA41-AE59-F41CFDF9EC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0127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46CBD7E-1C95-A068-06BD-C799194BAB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626C4B7-C4B9-0F62-B10F-9E2AE4F57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F681CF-43DB-DB05-0B9C-CFEECCFB0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2CA0-8F15-C249-A46B-93AB632C583E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A1F1F3-64E2-10C2-753E-8F508A72C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61973-DDF2-5A0E-B3F6-B3DE06171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BA75-41C2-DA41-AE59-F41CFDF9EC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13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1773936-AA23-696A-5D46-1B8F55EFA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807BFE-9152-0D78-8E97-786E100C6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E2B979-09FD-0192-8643-93A1CC6DEE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B22CA0-8F15-C249-A46B-93AB632C583E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BCA793-D293-836F-0830-1E39F0F3C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67DD08-BA16-4F0A-CDD3-022D48E30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F7BA75-41C2-DA41-AE59-F41CFDF9EC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3012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641E151-6653-A190-4082-D76478376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850" y="2635250"/>
            <a:ext cx="4178300" cy="15875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4D2DA82-3D35-96C0-6097-B8B3C9622C92}"/>
              </a:ext>
            </a:extLst>
          </p:cNvPr>
          <p:cNvSpPr txBox="1"/>
          <p:nvPr/>
        </p:nvSpPr>
        <p:spPr>
          <a:xfrm>
            <a:off x="4836681" y="422275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1</a:t>
            </a:r>
            <a:r>
              <a:rPr kumimoji="1" lang="ja-JP" altLang="en-US"/>
              <a:t>　問題</a:t>
            </a:r>
            <a:r>
              <a:rPr kumimoji="1" lang="en-US" altLang="ja-JP" dirty="0"/>
              <a:t>1</a:t>
            </a:r>
            <a:r>
              <a:rPr kumimoji="1" lang="ja-JP" altLang="en-US"/>
              <a:t>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3517626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AD90E1F-1BE6-3228-E606-8707A8BE5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650" y="2686050"/>
            <a:ext cx="4584700" cy="14859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1F6C01B-AEC5-DB12-03D9-7C44EBF94A91}"/>
              </a:ext>
            </a:extLst>
          </p:cNvPr>
          <p:cNvSpPr txBox="1"/>
          <p:nvPr/>
        </p:nvSpPr>
        <p:spPr>
          <a:xfrm>
            <a:off x="4836681" y="417195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2</a:t>
            </a:r>
            <a:r>
              <a:rPr kumimoji="1" lang="ja-JP" altLang="en-US"/>
              <a:t>　問題</a:t>
            </a:r>
            <a:r>
              <a:rPr lang="en-US" altLang="ja-JP" dirty="0"/>
              <a:t>2</a:t>
            </a:r>
            <a:r>
              <a:rPr kumimoji="1" lang="ja-JP" altLang="en-US"/>
              <a:t>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3120308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59B1DA4-715D-32ED-CB27-86D79549D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250" y="2641600"/>
            <a:ext cx="4635500" cy="15748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4AAA040-BCFF-B852-7921-C5BFBDDE9490}"/>
              </a:ext>
            </a:extLst>
          </p:cNvPr>
          <p:cNvSpPr txBox="1"/>
          <p:nvPr/>
        </p:nvSpPr>
        <p:spPr>
          <a:xfrm>
            <a:off x="4836681" y="421640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lang="en-US" altLang="ja-JP" dirty="0"/>
              <a:t>3</a:t>
            </a:r>
            <a:r>
              <a:rPr kumimoji="1" lang="ja-JP" altLang="en-US"/>
              <a:t>　問題</a:t>
            </a:r>
            <a:r>
              <a:rPr lang="en-US" altLang="ja-JP" dirty="0"/>
              <a:t>3</a:t>
            </a:r>
            <a:r>
              <a:rPr kumimoji="1" lang="ja-JP" altLang="en-US"/>
              <a:t>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2243224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5A7B23F-3CA0-96FA-6707-ADE2E417B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450" y="1054100"/>
            <a:ext cx="5753100" cy="47498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187AF02-E3E1-EE43-A9A5-7E5F19573000}"/>
              </a:ext>
            </a:extLst>
          </p:cNvPr>
          <p:cNvSpPr txBox="1"/>
          <p:nvPr/>
        </p:nvSpPr>
        <p:spPr>
          <a:xfrm>
            <a:off x="4170633" y="5803900"/>
            <a:ext cx="3850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lang="en-US" altLang="ja-JP" dirty="0"/>
              <a:t>4-1</a:t>
            </a:r>
            <a:r>
              <a:rPr kumimoji="1" lang="ja-JP" altLang="en-US"/>
              <a:t>　問題</a:t>
            </a:r>
            <a:r>
              <a:rPr lang="en-US" altLang="ja-JP" dirty="0"/>
              <a:t>4</a:t>
            </a:r>
            <a:r>
              <a:rPr kumimoji="1" lang="ja-JP" altLang="en-US"/>
              <a:t>の実行結果</a:t>
            </a:r>
            <a:r>
              <a:rPr kumimoji="1" lang="en-US" altLang="ja-JP" dirty="0"/>
              <a:t>(</a:t>
            </a:r>
            <a:r>
              <a:rPr kumimoji="1" lang="ja-JP" altLang="en-US"/>
              <a:t>一部抜粋</a:t>
            </a:r>
            <a:r>
              <a:rPr kumimoji="1" lang="en-US" altLang="ja-JP" dirty="0"/>
              <a:t>)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702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5FDDEB8-786E-634C-D3E9-E654D343D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150" y="3200400"/>
            <a:ext cx="5727700" cy="4572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9C690E7-EAF1-D5E1-1B97-F416551308AA}"/>
              </a:ext>
            </a:extLst>
          </p:cNvPr>
          <p:cNvSpPr txBox="1"/>
          <p:nvPr/>
        </p:nvSpPr>
        <p:spPr>
          <a:xfrm>
            <a:off x="4722066" y="3657600"/>
            <a:ext cx="2747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4-2</a:t>
            </a:r>
            <a:r>
              <a:rPr kumimoji="1" lang="ja-JP" altLang="en-US"/>
              <a:t>　問題</a:t>
            </a:r>
            <a:r>
              <a:rPr lang="en-US" altLang="ja-JP" dirty="0"/>
              <a:t>4</a:t>
            </a:r>
            <a:r>
              <a:rPr kumimoji="1" lang="ja-JP" altLang="en-US"/>
              <a:t>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950511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11487C9-D585-8AB6-13FD-93D4049D0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650" y="2927350"/>
            <a:ext cx="4076700" cy="10033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1FB927F-5996-F323-25FE-D5E6D3AFA92A}"/>
              </a:ext>
            </a:extLst>
          </p:cNvPr>
          <p:cNvSpPr txBox="1"/>
          <p:nvPr/>
        </p:nvSpPr>
        <p:spPr>
          <a:xfrm>
            <a:off x="4836681" y="393065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lang="en-US" altLang="ja-JP" dirty="0"/>
              <a:t>5</a:t>
            </a:r>
            <a:r>
              <a:rPr kumimoji="1" lang="ja-JP" altLang="en-US"/>
              <a:t>　問題</a:t>
            </a:r>
            <a:r>
              <a:rPr lang="en-US" altLang="ja-JP" dirty="0"/>
              <a:t>5</a:t>
            </a:r>
            <a:r>
              <a:rPr kumimoji="1" lang="ja-JP" altLang="en-US"/>
              <a:t>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4111915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</Words>
  <Application>Microsoft Macintosh PowerPoint</Application>
  <PresentationFormat>ワイド画面</PresentationFormat>
  <Paragraphs>6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江尾　祐哉</dc:creator>
  <cp:lastModifiedBy>江尾　祐哉</cp:lastModifiedBy>
  <cp:revision>1</cp:revision>
  <dcterms:created xsi:type="dcterms:W3CDTF">2026-04-20T07:33:49Z</dcterms:created>
  <dcterms:modified xsi:type="dcterms:W3CDTF">2026-04-20T07:38:41Z</dcterms:modified>
</cp:coreProperties>
</file>