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47C2C1-8F21-B05E-B30E-5F69C759D4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787B2-298D-24DD-F110-A1289DC21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B190E5-1114-7FC0-9A1F-7D537DFD2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73DBB5-B508-85A9-3056-D0FF38A83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CCC36E-E863-4AC8-B9C4-E704032AD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962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BC8D1E-C931-2F32-2106-25E83DB0F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99BEB8-E3BF-6200-BAA0-5520B055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14BFD7-4230-2F3A-6540-5EDAF0C8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FC64D0-FAD4-B73A-E289-D55BDE91D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F97ABE-16FE-FF02-6C6C-34B60A643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363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479D05-8484-2D96-FA09-A3D85F72F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CB6C9D-256F-0A57-F793-AA6F068FF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911097-4906-239C-624B-E437F9D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E5032E-4FEF-1509-034A-6B19CE62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11DB5A-F986-96FC-47F3-A387BFEA2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661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866F1D-1FB1-35FD-DE7F-99BE0A50F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A7F881-2F45-29F6-3AF3-63B5D6CF7B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76597AF-BADA-F915-08EC-0F19E0F49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18D4DB-D114-5BB5-7099-7C26BB3EC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F4A82F-84CE-8CD7-E5F1-F3854ED8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7AB0E8-3F13-AC8B-9A72-B6E41F7D1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4265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1AC3AC-27EC-C196-6536-ACA0F6012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9D1CC9-0FB6-EE75-2587-B0A286E18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B995CC-3CE9-0B57-FF86-053559A0C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8C9AC7F-FD0F-B00D-000D-4E5873BA8D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AFE8C1-9909-1240-B406-70A5EF3A79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00A180C-9175-513B-6842-1F547A774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0BB92AF-0E21-FD5F-2C31-79C311898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61A2446-3E17-B309-637D-0E84B2AE7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74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B23A0E-6771-F7A9-9DF7-8FBA8EC08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2146DD3-EF72-BFF9-7912-0931C9066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DFF78A-578D-73B9-8C14-79420195F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5657AA0-35EA-B3B1-A52E-14B7330AD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9672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819618B-ED56-A2EA-8FC2-5B6C0A252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F3C59FC-BA60-E21A-862C-04DF4E40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8FF30FC-A307-8893-2F8B-4F0D48E75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838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B0E62B-F511-FCC3-4505-EBA537C81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BB7CC4-1D77-066F-ACF7-009796CAD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6825A6-2A1A-FB09-4BD4-3C6960445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A685E9-793B-3282-4D96-7C8301FDD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CC0AC9-1334-6FD9-539E-ECF5C69A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4220ECE-766F-19DC-D8DE-815583E39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4792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53113D-CC50-437D-33D6-660E4543F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C2D2687-8F3C-4368-D832-587EF0FD23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FAED5A-C83E-32B1-7E3F-E12BB1D3BF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74DCDD6-D8FA-66D7-878C-513AC937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AADB61-5DD8-4CAE-7119-CC9454880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4885A3-D049-CCAB-B3B2-0923146F9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854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77AAC9-4097-9EC4-64D6-CB019C2C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29DEDC-C0B2-C529-EC66-13C9341F0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75C1D8-6731-DCE0-3A4E-CB6EBDBAB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B6E1C4-5122-073B-8CD9-50B4C1F71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373126-5DB7-B759-41E0-A06C76498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853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2A6EEBD-9858-40D3-65C6-1E20A17ADA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524537-8D45-A08C-1113-58EDC4C3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C310AC-F489-562F-1B6B-536C58793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46BC18-390A-1DC2-B5DB-47B2636D0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104A09-443E-78F7-445F-E5DDDA48E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0656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05B4E38-3678-CB46-B142-75C38F3DA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F4DE77-01A1-1030-CC0D-6A213A0DE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73264C-BEEA-34AE-0995-69F7E0724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E69D1F-A7D1-C145-9DA5-1F881D0B5FF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AF9114-5EF2-781D-D26A-843013B83E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B6880D-1C8D-6CC8-85D8-EDAA66A65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8500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7378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3933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973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3518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348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8140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ワイド画面</PresentationFormat>
  <Paragraphs>0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1</cp:revision>
  <dcterms:created xsi:type="dcterms:W3CDTF">2026-05-08T06:34:06Z</dcterms:created>
  <dcterms:modified xsi:type="dcterms:W3CDTF">2026-05-08T06:34:29Z</dcterms:modified>
</cp:coreProperties>
</file>