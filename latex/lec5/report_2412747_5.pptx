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25"/>
  </p:normalViewPr>
  <p:slideViewPr>
    <p:cSldViewPr snapToGrid="0">
      <p:cViewPr varScale="1">
        <p:scale>
          <a:sx n="100" d="100"/>
          <a:sy n="100" d="100"/>
        </p:scale>
        <p:origin x="7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7C2C1-8F21-B05E-B30E-5F69C759D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787B2-298D-24DD-F110-A1289DC21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B190E5-1114-7FC0-9A1F-7D537DFD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73DBB5-B508-85A9-3056-D0FF38A8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CCC36E-E863-4AC8-B9C4-E704032A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96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C8D1E-C931-2F32-2106-25E83DB0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99BEB8-E3BF-6200-BAA0-5520B0550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14BFD7-4230-2F3A-6540-5EDAF0C8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FC64D0-FAD4-B73A-E289-D55BDE91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F97ABE-16FE-FF02-6C6C-34B60A64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36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479D05-8484-2D96-FA09-A3D85F72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CB6C9D-256F-0A57-F793-AA6F068FF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911097-4906-239C-624B-E437F9D8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E5032E-4FEF-1509-034A-6B19CE62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11DB5A-F986-96FC-47F3-A387BFEA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661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866F1D-1FB1-35FD-DE7F-99BE0A50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A7F881-2F45-29F6-3AF3-63B5D6CF7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6597AF-BADA-F915-08EC-0F19E0F49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18D4DB-D114-5BB5-7099-7C26BB3E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F4A82F-84CE-8CD7-E5F1-F3854ED8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7AB0E8-3F13-AC8B-9A72-B6E41F7D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426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1AC3AC-27EC-C196-6536-ACA0F601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9D1CC9-0FB6-EE75-2587-B0A286E18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995CC-3CE9-0B57-FF86-053559A0C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C9AC7F-FD0F-B00D-000D-4E5873BA8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AFE8C1-9909-1240-B406-70A5EF3A7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0A180C-9175-513B-6842-1F547A77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0BB92AF-0E21-FD5F-2C31-79C31189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1A2446-3E17-B309-637D-0E84B2AE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7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23A0E-6771-F7A9-9DF7-8FBA8EC0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146DD3-EF72-BFF9-7912-0931C906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DFF78A-578D-73B9-8C14-79420195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657AA0-35EA-B3B1-A52E-14B7330A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967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819618B-ED56-A2EA-8FC2-5B6C0A25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3C59FC-BA60-E21A-862C-04DF4E40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FF30FC-A307-8893-2F8B-4F0D48E7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38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B0E62B-F511-FCC3-4505-EBA537C8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BB7CC4-1D77-066F-ACF7-009796CAD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6825A6-2A1A-FB09-4BD4-3C6960445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A685E9-793B-3282-4D96-7C8301FD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CC0AC9-1334-6FD9-539E-ECF5C69A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220ECE-766F-19DC-D8DE-815583E3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79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53113D-CC50-437D-33D6-660E4543F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2D2687-8F3C-4368-D832-587EF0FD2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FAED5A-C83E-32B1-7E3F-E12BB1D3B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4DCDD6-D8FA-66D7-878C-513AC937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AADB61-5DD8-4CAE-7119-CC945488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4885A3-D049-CCAB-B3B2-0923146F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85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7AAC9-4097-9EC4-64D6-CB019C2C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29DEDC-C0B2-C529-EC66-13C9341F0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75C1D8-6731-DCE0-3A4E-CB6EBDBA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B6E1C4-5122-073B-8CD9-50B4C1F7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373126-5DB7-B759-41E0-A06C7649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85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A6EEBD-9858-40D3-65C6-1E20A17ADA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524537-8D45-A08C-1113-58EDC4C32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C310AC-F489-562F-1B6B-536C5879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46BC18-390A-1DC2-B5DB-47B2636D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104A09-443E-78F7-445F-E5DDDA48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65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05B4E38-3678-CB46-B142-75C38F3D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F4DE77-01A1-1030-CC0D-6A213A0D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73264C-BEEA-34AE-0995-69F7E0724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AF9114-5EF2-781D-D26A-843013B83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B6880D-1C8D-6CC8-85D8-EDAA66A65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50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3332975-F6EF-A810-099A-EECDCE28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350" y="2571750"/>
            <a:ext cx="3797300" cy="17145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BF81F4-E0B8-4A65-1CF2-0D9026ED0C9A}"/>
              </a:ext>
            </a:extLst>
          </p:cNvPr>
          <p:cNvSpPr txBox="1"/>
          <p:nvPr/>
        </p:nvSpPr>
        <p:spPr>
          <a:xfrm>
            <a:off x="4836681" y="42862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1</a:t>
            </a:r>
            <a:r>
              <a:rPr kumimoji="1" lang="ja-JP" altLang="en-US"/>
              <a:t>　</a:t>
            </a:r>
            <a:r>
              <a:rPr kumimoji="1" lang="en-US" altLang="ja-JP" dirty="0"/>
              <a:t>1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88737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82A2BD-8936-9C39-CB44-78310B92B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52" y="-19627"/>
            <a:ext cx="5295548" cy="344862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53A4E7C-7518-F5BB-B1E3-B390C1EE5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9628"/>
            <a:ext cx="5295548" cy="344862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0CCF536-9080-4C32-B0AB-37C443CEA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52" y="3429000"/>
            <a:ext cx="5295548" cy="344862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F0B8D89-8A7D-2E12-72C9-8646CF685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295548" cy="344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3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342184C-020A-D33C-2954-BFB5616C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94117"/>
            <a:ext cx="7772400" cy="50697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127665-F072-96A7-3929-946F26EA805E}"/>
              </a:ext>
            </a:extLst>
          </p:cNvPr>
          <p:cNvSpPr txBox="1"/>
          <p:nvPr/>
        </p:nvSpPr>
        <p:spPr>
          <a:xfrm>
            <a:off x="3534241" y="5963883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2-1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0, 20, 40, 60)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97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007A8AA-99FC-3D30-644F-EB9DAE9D9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91" y="0"/>
            <a:ext cx="5265409" cy="3429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F45AC4-4D1E-5175-E3AE-EC6678094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265409" cy="3429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953AFF5-B746-8A11-5B9A-2E4C298A2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91" y="3429000"/>
            <a:ext cx="5265409" cy="3429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3F92D1A-1F9E-CB09-5B4B-32DAFBCA5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429000"/>
            <a:ext cx="52654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1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CF7EFE8-D5A8-46A1-AB4C-B068CEF8A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00629"/>
            <a:ext cx="7772400" cy="505674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2A7C97-41D8-9D6B-A4E7-C176CC05CCEB}"/>
              </a:ext>
            </a:extLst>
          </p:cNvPr>
          <p:cNvSpPr txBox="1"/>
          <p:nvPr/>
        </p:nvSpPr>
        <p:spPr>
          <a:xfrm>
            <a:off x="3277760" y="5957371"/>
            <a:ext cx="5636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2-2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80, 100, 120, 140)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34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8ECA450-9DFD-9229-A8FF-DA9DD49A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91" y="0"/>
            <a:ext cx="5265409" cy="3429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4BE6848-F78D-D13D-07ED-2B73213C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265410" cy="3429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6D4F9CD-A52F-39B7-6AB5-2BF228643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90" y="3429000"/>
            <a:ext cx="5265409" cy="3429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8196E28-6965-F8D3-8A91-F9ECA0569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2654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4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12145FB-B160-E19F-A04A-4847A333C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00629"/>
            <a:ext cx="7772400" cy="505674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5C212F-2344-D682-E2D3-AC98CA8FA6F0}"/>
              </a:ext>
            </a:extLst>
          </p:cNvPr>
          <p:cNvSpPr txBox="1"/>
          <p:nvPr/>
        </p:nvSpPr>
        <p:spPr>
          <a:xfrm>
            <a:off x="3213640" y="5983842"/>
            <a:ext cx="576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2-3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160, 180, 200, 220)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72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0E0219-663C-B476-FB7D-68617FCE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91" y="1714500"/>
            <a:ext cx="5265409" cy="3429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AC33ADB-5FB2-77B4-F427-025C06461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714500"/>
            <a:ext cx="526540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BF6BC0-1D34-E587-B05C-68E47621F0A9}"/>
              </a:ext>
            </a:extLst>
          </p:cNvPr>
          <p:cNvSpPr txBox="1"/>
          <p:nvPr/>
        </p:nvSpPr>
        <p:spPr>
          <a:xfrm>
            <a:off x="3723395" y="4693185"/>
            <a:ext cx="474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2-4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240, 255)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0F4BEB-9378-009F-8AA3-79C8B7E73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64814"/>
            <a:ext cx="7772400" cy="252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7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82E4FC-66B5-0339-A4DE-E88E4927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250" y="2914650"/>
            <a:ext cx="4635500" cy="10287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3503EB-53D4-E3E5-6A01-CF0BDA0A029F}"/>
              </a:ext>
            </a:extLst>
          </p:cNvPr>
          <p:cNvSpPr txBox="1"/>
          <p:nvPr/>
        </p:nvSpPr>
        <p:spPr>
          <a:xfrm>
            <a:off x="4836681" y="39433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3</a:t>
            </a:r>
            <a:r>
              <a:rPr kumimoji="1" lang="ja-JP" altLang="en-US"/>
              <a:t>　問題</a:t>
            </a:r>
            <a:r>
              <a:rPr kumimoji="1" lang="en-US" altLang="ja-JP" dirty="0"/>
              <a:t>3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51041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079D8CF-0775-02CA-7D55-8334DADAA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850900"/>
            <a:ext cx="4343400" cy="5156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1134B4-5AF4-67B2-EACA-6BFEB42EA1D9}"/>
              </a:ext>
            </a:extLst>
          </p:cNvPr>
          <p:cNvSpPr txBox="1"/>
          <p:nvPr/>
        </p:nvSpPr>
        <p:spPr>
          <a:xfrm>
            <a:off x="3924300" y="6007100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4-1</a:t>
            </a:r>
            <a:r>
              <a:rPr kumimoji="1" lang="ja-JP" altLang="en-US"/>
              <a:t>　問題</a:t>
            </a:r>
            <a:r>
              <a:rPr lang="en-US" altLang="ja-JP" dirty="0"/>
              <a:t>4(1)</a:t>
            </a:r>
            <a:r>
              <a:rPr lang="ja-JP" altLang="en-US"/>
              <a:t>および</a:t>
            </a:r>
            <a:r>
              <a:rPr lang="en-US" altLang="ja-JP" dirty="0"/>
              <a:t>(2)</a:t>
            </a:r>
            <a:r>
              <a:rPr lang="ja-JP" altLang="en-US"/>
              <a:t>の実行結果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995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573E7E4-2B94-6CD3-4701-291561FB1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0" y="1017484"/>
            <a:ext cx="6642100" cy="482303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F9A395-6DD8-F1DE-E3F0-7751220E573B}"/>
              </a:ext>
            </a:extLst>
          </p:cNvPr>
          <p:cNvSpPr txBox="1"/>
          <p:nvPr/>
        </p:nvSpPr>
        <p:spPr>
          <a:xfrm>
            <a:off x="3753051" y="602518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4-2-1</a:t>
            </a:r>
            <a:r>
              <a:rPr kumimoji="1" lang="ja-JP" altLang="en-US"/>
              <a:t>　</a:t>
            </a:r>
            <a:r>
              <a:rPr kumimoji="1" lang="en-US" altLang="ja-JP" dirty="0"/>
              <a:t>RBF</a:t>
            </a:r>
            <a:r>
              <a:rPr kumimoji="1" lang="ja-JP" altLang="en-US"/>
              <a:t>カーネルの実行結果のグラフ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6C3CA4-018B-3E39-BF6D-DF27628EC785}"/>
              </a:ext>
            </a:extLst>
          </p:cNvPr>
          <p:cNvSpPr txBox="1"/>
          <p:nvPr/>
        </p:nvSpPr>
        <p:spPr>
          <a:xfrm>
            <a:off x="5925120" y="5655850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4A8871-E9A7-0CA8-CCA3-0FBB71F48372}"/>
              </a:ext>
            </a:extLst>
          </p:cNvPr>
          <p:cNvSpPr txBox="1"/>
          <p:nvPr/>
        </p:nvSpPr>
        <p:spPr>
          <a:xfrm rot="16200000">
            <a:off x="2154428" y="3244334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正解率</a:t>
            </a:r>
            <a:r>
              <a:rPr lang="en-US" altLang="ja-JP" dirty="0"/>
              <a:t>(%)</a:t>
            </a:r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1078D3F-B133-A96E-BD22-B7220345F809}"/>
              </a:ext>
            </a:extLst>
          </p:cNvPr>
          <p:cNvCxnSpPr/>
          <p:nvPr/>
        </p:nvCxnSpPr>
        <p:spPr>
          <a:xfrm flipV="1">
            <a:off x="8769866" y="1130300"/>
            <a:ext cx="914400" cy="4953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41FAE07D-4F85-412F-79A5-57B4A6B6D1C0}"/>
                  </a:ext>
                </a:extLst>
              </p:cNvPr>
              <p:cNvSpPr txBox="1"/>
              <p:nvPr/>
            </p:nvSpPr>
            <p:spPr>
              <a:xfrm>
                <a:off x="9487470" y="853301"/>
                <a:ext cx="10561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=0.001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41FAE07D-4F85-412F-79A5-57B4A6B6D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470" y="853301"/>
                <a:ext cx="1056187" cy="276999"/>
              </a:xfrm>
              <a:prstGeom prst="rect">
                <a:avLst/>
              </a:prstGeom>
              <a:blipFill>
                <a:blip r:embed="rId3"/>
                <a:stretch>
                  <a:fillRect l="-3529" r="-3529" b="-31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81594B3-BA00-3F6F-79FA-B0C22B925763}"/>
              </a:ext>
            </a:extLst>
          </p:cNvPr>
          <p:cNvCxnSpPr>
            <a:cxnSpLocks/>
          </p:cNvCxnSpPr>
          <p:nvPr/>
        </p:nvCxnSpPr>
        <p:spPr>
          <a:xfrm>
            <a:off x="8991208" y="2971800"/>
            <a:ext cx="235858" cy="774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43D358F-C3BC-E3F6-7D51-B7AC42F26E0A}"/>
                  </a:ext>
                </a:extLst>
              </p:cNvPr>
              <p:cNvSpPr txBox="1"/>
              <p:nvPr/>
            </p:nvSpPr>
            <p:spPr>
              <a:xfrm>
                <a:off x="9260429" y="3651708"/>
                <a:ext cx="751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43D358F-C3BC-E3F6-7D51-B7AC42F26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429" y="3651708"/>
                <a:ext cx="751616" cy="276999"/>
              </a:xfrm>
              <a:prstGeom prst="rect">
                <a:avLst/>
              </a:prstGeom>
              <a:blipFill>
                <a:blip r:embed="rId4"/>
                <a:stretch>
                  <a:fillRect l="-6667" r="-5000" b="-260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3D5449F-D4C8-DBDF-2CB0-DB88E01C8FA1}"/>
              </a:ext>
            </a:extLst>
          </p:cNvPr>
          <p:cNvCxnSpPr>
            <a:cxnSpLocks/>
          </p:cNvCxnSpPr>
          <p:nvPr/>
        </p:nvCxnSpPr>
        <p:spPr>
          <a:xfrm flipH="1">
            <a:off x="8045966" y="3651708"/>
            <a:ext cx="221734" cy="774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D77C420-791B-9E75-5EA1-4B356FC08DE0}"/>
                  </a:ext>
                </a:extLst>
              </p:cNvPr>
              <p:cNvSpPr txBox="1"/>
              <p:nvPr/>
            </p:nvSpPr>
            <p:spPr>
              <a:xfrm>
                <a:off x="7670158" y="4380242"/>
                <a:ext cx="7997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D77C420-791B-9E75-5EA1-4B356FC0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158" y="4380242"/>
                <a:ext cx="799706" cy="276999"/>
              </a:xfrm>
              <a:prstGeom prst="rect">
                <a:avLst/>
              </a:prstGeom>
              <a:blipFill>
                <a:blip r:embed="rId5"/>
                <a:stretch>
                  <a:fillRect l="-4688" r="-6250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57D10E0-6EAE-64C5-DF5B-C909B943CCBD}"/>
              </a:ext>
            </a:extLst>
          </p:cNvPr>
          <p:cNvCxnSpPr>
            <a:cxnSpLocks/>
          </p:cNvCxnSpPr>
          <p:nvPr/>
        </p:nvCxnSpPr>
        <p:spPr>
          <a:xfrm flipV="1">
            <a:off x="8953678" y="2051050"/>
            <a:ext cx="533792" cy="2476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9320362-E078-7C4F-DA79-A9B7A5765FE4}"/>
                  </a:ext>
                </a:extLst>
              </p:cNvPr>
              <p:cNvSpPr txBox="1"/>
              <p:nvPr/>
            </p:nvSpPr>
            <p:spPr>
              <a:xfrm>
                <a:off x="9417050" y="1727855"/>
                <a:ext cx="9279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9320362-E078-7C4F-DA79-A9B7A5765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050" y="1727855"/>
                <a:ext cx="927946" cy="276999"/>
              </a:xfrm>
              <a:prstGeom prst="rect">
                <a:avLst/>
              </a:prstGeom>
              <a:blipFill>
                <a:blip r:embed="rId6"/>
                <a:stretch>
                  <a:fillRect l="-5405" r="-4054" b="-260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0D890B5-9CF9-8ABD-C8F7-E4ADC12EFFBD}"/>
              </a:ext>
            </a:extLst>
          </p:cNvPr>
          <p:cNvCxnSpPr>
            <a:cxnSpLocks/>
          </p:cNvCxnSpPr>
          <p:nvPr/>
        </p:nvCxnSpPr>
        <p:spPr>
          <a:xfrm flipV="1">
            <a:off x="6972300" y="2451213"/>
            <a:ext cx="1718325" cy="3572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DAAD978-387F-0BB1-C743-32D7A543D30C}"/>
                  </a:ext>
                </a:extLst>
              </p:cNvPr>
              <p:cNvSpPr txBox="1"/>
              <p:nvPr/>
            </p:nvSpPr>
            <p:spPr>
              <a:xfrm>
                <a:off x="6377305" y="2833300"/>
                <a:ext cx="623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DAAD978-387F-0BB1-C743-32D7A543D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305" y="2833300"/>
                <a:ext cx="623376" cy="276999"/>
              </a:xfrm>
              <a:prstGeom prst="rect">
                <a:avLst/>
              </a:prstGeom>
              <a:blipFill>
                <a:blip r:embed="rId7"/>
                <a:stretch>
                  <a:fillRect l="-8000" r="-6000" b="-31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9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244AD5A-3184-D244-BA28-D79FDF0D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1295400"/>
            <a:ext cx="7112000" cy="4267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4733F0-70EE-8D22-1495-D5B7518219DA}"/>
              </a:ext>
            </a:extLst>
          </p:cNvPr>
          <p:cNvSpPr txBox="1"/>
          <p:nvPr/>
        </p:nvSpPr>
        <p:spPr>
          <a:xfrm>
            <a:off x="3753050" y="5793891"/>
            <a:ext cx="492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4-2-1</a:t>
            </a:r>
            <a:r>
              <a:rPr kumimoji="1" lang="ja-JP" altLang="en-US"/>
              <a:t>　</a:t>
            </a:r>
            <a:r>
              <a:rPr lang="ja-JP" altLang="en-US"/>
              <a:t>多項式</a:t>
            </a:r>
            <a:r>
              <a:rPr kumimoji="1" lang="ja-JP" altLang="en-US"/>
              <a:t>カーネルの実行結果のグラフ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A94B6A-F380-72F3-8C2D-A0CC5B932C93}"/>
              </a:ext>
            </a:extLst>
          </p:cNvPr>
          <p:cNvSpPr txBox="1"/>
          <p:nvPr/>
        </p:nvSpPr>
        <p:spPr>
          <a:xfrm>
            <a:off x="6045345" y="5424559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A1240F-FE1D-F005-9C61-A9C64E98BF74}"/>
              </a:ext>
            </a:extLst>
          </p:cNvPr>
          <p:cNvSpPr txBox="1"/>
          <p:nvPr/>
        </p:nvSpPr>
        <p:spPr>
          <a:xfrm rot="16200000">
            <a:off x="1919478" y="324433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正解率</a:t>
            </a:r>
            <a:r>
              <a:rPr lang="en-US" altLang="ja-JP" dirty="0"/>
              <a:t>(%)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9E9D149-9CF3-D248-8E49-BD392C1DDA41}"/>
                  </a:ext>
                </a:extLst>
              </p:cNvPr>
              <p:cNvSpPr txBox="1"/>
              <p:nvPr/>
            </p:nvSpPr>
            <p:spPr>
              <a:xfrm>
                <a:off x="9402334" y="2186602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9E9D149-9CF3-D248-8E49-BD392C1D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334" y="2186602"/>
                <a:ext cx="1093248" cy="276999"/>
              </a:xfrm>
              <a:prstGeom prst="rect">
                <a:avLst/>
              </a:prstGeom>
              <a:blipFill>
                <a:blip r:embed="rId3"/>
                <a:stretch>
                  <a:fillRect l="-12644" t="-27273" r="-689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AAC3A6B-1701-0D2A-B63B-9ACB0A499D87}"/>
              </a:ext>
            </a:extLst>
          </p:cNvPr>
          <p:cNvCxnSpPr>
            <a:cxnSpLocks/>
          </p:cNvCxnSpPr>
          <p:nvPr/>
        </p:nvCxnSpPr>
        <p:spPr>
          <a:xfrm>
            <a:off x="8625205" y="2026652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8CBBAB4-DEC2-BC66-FF5E-C38F747277CE}"/>
              </a:ext>
            </a:extLst>
          </p:cNvPr>
          <p:cNvCxnSpPr>
            <a:cxnSpLocks/>
          </p:cNvCxnSpPr>
          <p:nvPr/>
        </p:nvCxnSpPr>
        <p:spPr>
          <a:xfrm>
            <a:off x="8890000" y="2868055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811FF43-86F0-F3A4-5D07-3E36C24641CF}"/>
                  </a:ext>
                </a:extLst>
              </p:cNvPr>
              <p:cNvSpPr txBox="1"/>
              <p:nvPr/>
            </p:nvSpPr>
            <p:spPr>
              <a:xfrm>
                <a:off x="9527167" y="3152000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811FF43-86F0-F3A4-5D07-3E36C2464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167" y="3152000"/>
                <a:ext cx="1093248" cy="276999"/>
              </a:xfrm>
              <a:prstGeom prst="rect">
                <a:avLst/>
              </a:prstGeom>
              <a:blipFill>
                <a:blip r:embed="rId4"/>
                <a:stretch>
                  <a:fillRect l="-13793" t="-27273" r="-574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1A8984D-B717-6ABA-495D-E30055217F10}"/>
                  </a:ext>
                </a:extLst>
              </p:cNvPr>
              <p:cNvSpPr txBox="1"/>
              <p:nvPr/>
            </p:nvSpPr>
            <p:spPr>
              <a:xfrm>
                <a:off x="5840481" y="2669976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1A8984D-B717-6ABA-495D-E30055217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481" y="2669976"/>
                <a:ext cx="1093248" cy="276999"/>
              </a:xfrm>
              <a:prstGeom prst="rect">
                <a:avLst/>
              </a:prstGeom>
              <a:blipFill>
                <a:blip r:embed="rId5"/>
                <a:stretch>
                  <a:fillRect l="-12644" t="-27273" r="-689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EA277393-0C8B-F88C-C87E-2D50D90D77DA}"/>
                  </a:ext>
                </a:extLst>
              </p:cNvPr>
              <p:cNvSpPr txBox="1"/>
              <p:nvPr/>
            </p:nvSpPr>
            <p:spPr>
              <a:xfrm>
                <a:off x="7912957" y="4394399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EA277393-0C8B-F88C-C87E-2D50D90D7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957" y="4394399"/>
                <a:ext cx="1093248" cy="276999"/>
              </a:xfrm>
              <a:prstGeom prst="rect">
                <a:avLst/>
              </a:prstGeom>
              <a:blipFill>
                <a:blip r:embed="rId6"/>
                <a:stretch>
                  <a:fillRect l="-12791" t="-27273" r="-697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7C229C1-43EA-DD48-7DDD-A7AA0E9CC95F}"/>
                  </a:ext>
                </a:extLst>
              </p:cNvPr>
              <p:cNvSpPr txBox="1"/>
              <p:nvPr/>
            </p:nvSpPr>
            <p:spPr>
              <a:xfrm>
                <a:off x="9589584" y="3897756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7C229C1-43EA-DD48-7DDD-A7AA0E9CC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584" y="3897756"/>
                <a:ext cx="1093248" cy="276999"/>
              </a:xfrm>
              <a:prstGeom prst="rect">
                <a:avLst/>
              </a:prstGeom>
              <a:blipFill>
                <a:blip r:embed="rId7"/>
                <a:stretch>
                  <a:fillRect l="-12791" t="-26087" r="-6977" b="-521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ACA644F-B7BF-A6C3-EA30-A4C9522BDA8B}"/>
              </a:ext>
            </a:extLst>
          </p:cNvPr>
          <p:cNvCxnSpPr>
            <a:cxnSpLocks/>
          </p:cNvCxnSpPr>
          <p:nvPr/>
        </p:nvCxnSpPr>
        <p:spPr>
          <a:xfrm>
            <a:off x="5131186" y="2289460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AC003D6-2024-F962-B032-EBCAA380BA23}"/>
              </a:ext>
            </a:extLst>
          </p:cNvPr>
          <p:cNvCxnSpPr>
            <a:cxnSpLocks/>
          </p:cNvCxnSpPr>
          <p:nvPr/>
        </p:nvCxnSpPr>
        <p:spPr>
          <a:xfrm>
            <a:off x="7178262" y="4013883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B4CABB6-82C4-F0BF-5A69-F27457750FFB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387205" y="3785630"/>
            <a:ext cx="749003" cy="1121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36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E315FD2-9FCB-C015-3920-091290F99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850900"/>
            <a:ext cx="4305300" cy="5156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1C5AB1-E5DD-8EA2-A7F1-6E3E4E721A8A}"/>
              </a:ext>
            </a:extLst>
          </p:cNvPr>
          <p:cNvSpPr txBox="1"/>
          <p:nvPr/>
        </p:nvSpPr>
        <p:spPr>
          <a:xfrm>
            <a:off x="3943350" y="6007100"/>
            <a:ext cx="447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5</a:t>
            </a:r>
            <a:r>
              <a:rPr kumimoji="1" lang="ja-JP" altLang="en-US"/>
              <a:t>　問題</a:t>
            </a:r>
            <a:r>
              <a:rPr kumimoji="1" lang="en-US" altLang="ja-JP" dirty="0"/>
              <a:t>5</a:t>
            </a:r>
            <a:r>
              <a:rPr kumimoji="1" lang="ja-JP" altLang="en-US"/>
              <a:t>での</a:t>
            </a:r>
            <a:r>
              <a:rPr kumimoji="1" lang="en-US" altLang="ja-JP" dirty="0"/>
              <a:t>5~200</a:t>
            </a:r>
            <a:r>
              <a:rPr kumimoji="1" lang="ja-JP" altLang="en-US"/>
              <a:t>行までの実行結果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595553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159</Words>
  <Application>Microsoft Macintosh PowerPoint</Application>
  <PresentationFormat>ワイド画面</PresentationFormat>
  <Paragraphs>24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12</cp:revision>
  <dcterms:created xsi:type="dcterms:W3CDTF">2026-05-08T06:34:06Z</dcterms:created>
  <dcterms:modified xsi:type="dcterms:W3CDTF">2026-05-14T09:23:40Z</dcterms:modified>
</cp:coreProperties>
</file>