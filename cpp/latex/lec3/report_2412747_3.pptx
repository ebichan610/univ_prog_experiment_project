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25"/>
  </p:normalViewPr>
  <p:slideViewPr>
    <p:cSldViewPr snapToGrid="0">
      <p:cViewPr varScale="1">
        <p:scale>
          <a:sx n="85" d="100"/>
          <a:sy n="85" d="100"/>
        </p:scale>
        <p:origin x="1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09729C-CBCD-45A2-C273-5E0B58BA8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29D400A-5D46-F978-B188-11B764F17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762195-7FF1-749B-FD27-3C69B7A4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4674EE-94BA-3255-318D-1F1DC974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99B625-5285-720E-4C3A-D7E061E8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17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8A4E0F-2180-D25B-88D3-DF5B5F8A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289BB9-D193-E69D-0764-8E7F7F17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9C26C2-9CEE-D399-B462-1E77AFD8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FFC09-D742-A556-771B-73402F740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EDEB24-A0E1-96A7-2579-028F46CF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68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D74F41-4FFD-A5DA-B2AC-1E01C15E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928A73-7A0A-56F6-CBA9-A4642091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4F0313-F1DD-D3B0-BA5D-FF4B85E6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386935-A802-5766-4885-D8F6833B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7B20C0-8B49-177D-8B0D-126F8313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294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BCD6E4-08D5-35BE-B214-67771D3F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0DF946-52DD-721B-DE25-F96FAE628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17F727-7C9A-4E2C-E35F-46A7AEEA0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9F4D94-6972-10CA-5453-339CF837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6FA52C-719D-26BB-4CBC-4D00A132A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353F54-D6A9-F820-EA9B-3EEB2C48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72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D2128F-FC01-4A15-C64D-F7F691E2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3C9262-F69E-0131-6DCD-A8CCE8375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920D41-C0BA-8139-6A54-073E81AC6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B154027-F9F8-CCD8-93BA-BEEEB4AFB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C2E33B6-B5FE-11BB-D6FE-EF6C08408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16EA91-A157-772F-025C-86A8C6019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2DB525E-3868-74DD-C87A-2B6E6446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C6E6D3-6D84-30B0-7E0F-C52EE90F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60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69AFC8-2634-37D0-D558-D3F0F54B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F3B5FF-9065-F510-3C60-6E3FD180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5634B7-AFA1-7E2A-9CCC-DF5CE441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C705CAA-6E6B-3592-2556-EBCEC1CD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27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0F82D32-BC3C-8BEA-9CCE-69964F905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E53D18-EC46-4DEE-4B03-0A81D89B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F79E0E-FE6F-7C65-9CAB-05720968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856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7B0AC7-9AD0-A72B-CE06-AE071CAF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8DB695-BC9B-05CE-A228-970BA92D1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179288-CA94-8A7F-CCAE-D08FE4590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FFF71E-EE3A-9F91-06E8-0C4A4AFE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D1BB23-41A6-FB6C-2462-43B4B03E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E334E3D-12E0-1ED0-3993-843A9A23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35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28F9E-DE4D-A3B7-231A-25ED8730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8E507B-3E84-52CA-59E9-267F047F2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74BF5C-118F-82FF-F8FF-50140FA28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326E81-44BF-7476-17CD-81105FD8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0F75BB-BD48-1907-9B7B-E3A08B98E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D9EE9A-238E-912F-7341-113DCD40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3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4BA88-5381-C249-644D-F3CCCDA1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891EDE-201E-A6F6-95C3-8155788EE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EC291-E79D-90BD-96E3-1516AEA04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82514F-05EB-18F9-6900-F84B0DC6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3FE8EC-18FA-1336-54E2-31B5CB7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220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61CF9-8776-05E6-6D48-EF4C70C36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FC627B-3EF8-9654-308E-922262935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42F0CB-01A0-208C-1565-03960AEEE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05988F-C8D2-6D1F-8BCF-8251B74EA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7ACA25-5114-5127-6265-6B7E2B7B8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932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E50F03-D6BE-EE98-BC23-C2ADF693C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6D5A69-5AA3-37C5-BB71-0AF9D44FC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D87813-B5F8-55BC-4137-2118E3CD3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61C09C-FE06-BE41-AF73-5D0A0293EF37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FF7AE9-E995-4AAB-52B5-0473004EB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BCE631-5749-E41E-6DF3-B0BC597594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E83FD-3D54-194A-BC0B-30DA409DECF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05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48DFA39-DCBF-5429-A576-ECF47268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485900"/>
            <a:ext cx="4572000" cy="3886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79A269-E7DE-96B2-8BB5-984407C2F727}"/>
              </a:ext>
            </a:extLst>
          </p:cNvPr>
          <p:cNvSpPr txBox="1"/>
          <p:nvPr/>
        </p:nvSpPr>
        <p:spPr>
          <a:xfrm>
            <a:off x="4836681" y="53721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1</a:t>
            </a:r>
            <a:r>
              <a:rPr kumimoji="1" lang="ja-JP" altLang="en-US"/>
              <a:t>　課題</a:t>
            </a:r>
            <a:r>
              <a:rPr kumimoji="1" lang="en-US" altLang="ja-JP" dirty="0"/>
              <a:t>1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207241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23A0594-D059-74E0-88F7-AF4F033CC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300" y="1943100"/>
            <a:ext cx="4597400" cy="29718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E541EF3-97FD-1B8A-1E6A-2F69043540BC}"/>
              </a:ext>
            </a:extLst>
          </p:cNvPr>
          <p:cNvSpPr txBox="1"/>
          <p:nvPr/>
        </p:nvSpPr>
        <p:spPr>
          <a:xfrm>
            <a:off x="4836681" y="49149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</a:t>
            </a:r>
            <a:r>
              <a:rPr kumimoji="1" lang="ja-JP" altLang="en-US"/>
              <a:t>　課題</a:t>
            </a:r>
            <a:r>
              <a:rPr lang="en-US" altLang="ja-JP" dirty="0"/>
              <a:t>2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87285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4CF0C0A-8BD9-9E61-1EE4-FE97C256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100" y="3327400"/>
            <a:ext cx="3479800" cy="203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F938F6F-F590-59F0-F1CF-770ECF7E124E}"/>
              </a:ext>
            </a:extLst>
          </p:cNvPr>
          <p:cNvSpPr txBox="1"/>
          <p:nvPr/>
        </p:nvSpPr>
        <p:spPr>
          <a:xfrm>
            <a:off x="4836681" y="35306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3</a:t>
            </a:r>
            <a:r>
              <a:rPr kumimoji="1" lang="ja-JP" altLang="en-US"/>
              <a:t>　課題</a:t>
            </a:r>
            <a:r>
              <a:rPr lang="en-US" altLang="ja-JP" dirty="0"/>
              <a:t>3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715676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87C9D0D-5F55-A0FB-CC7F-11FC1D4B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0" y="3321050"/>
            <a:ext cx="4165600" cy="2159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3EBB74B-E8D5-EAE9-513F-D99AA80EBDDC}"/>
              </a:ext>
            </a:extLst>
          </p:cNvPr>
          <p:cNvSpPr txBox="1"/>
          <p:nvPr/>
        </p:nvSpPr>
        <p:spPr>
          <a:xfrm>
            <a:off x="4722066" y="3536950"/>
            <a:ext cx="274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4-1</a:t>
            </a:r>
            <a:r>
              <a:rPr kumimoji="1" lang="ja-JP" altLang="en-US"/>
              <a:t>　課題</a:t>
            </a:r>
            <a:r>
              <a:rPr lang="en-US" altLang="ja-JP" dirty="0"/>
              <a:t>4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475891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681CE80-F9C7-9D74-9445-5386772D7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0" y="1441450"/>
            <a:ext cx="6565900" cy="39751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6BC22C-AE1C-1928-2AF9-3F9059290CB2}"/>
              </a:ext>
            </a:extLst>
          </p:cNvPr>
          <p:cNvSpPr txBox="1"/>
          <p:nvPr/>
        </p:nvSpPr>
        <p:spPr>
          <a:xfrm>
            <a:off x="4722066" y="5416550"/>
            <a:ext cx="274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4-2</a:t>
            </a:r>
            <a:r>
              <a:rPr kumimoji="1" lang="ja-JP" altLang="en-US"/>
              <a:t>　課題</a:t>
            </a:r>
            <a:r>
              <a:rPr lang="en-US" altLang="ja-JP" dirty="0"/>
              <a:t>4</a:t>
            </a:r>
            <a:r>
              <a:rPr kumimoji="1" lang="ja-JP" altLang="en-US"/>
              <a:t>の出力結果</a:t>
            </a:r>
          </a:p>
        </p:txBody>
      </p:sp>
    </p:spTree>
    <p:extLst>
      <p:ext uri="{BB962C8B-B14F-4D97-AF65-F5344CB8AC3E}">
        <p14:creationId xmlns:p14="http://schemas.microsoft.com/office/powerpoint/2010/main" val="77200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677881-1152-A900-0326-F44805DC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3194050"/>
            <a:ext cx="4546600" cy="4699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121E448-7445-E37C-8709-367DDCB5567D}"/>
              </a:ext>
            </a:extLst>
          </p:cNvPr>
          <p:cNvSpPr txBox="1"/>
          <p:nvPr/>
        </p:nvSpPr>
        <p:spPr>
          <a:xfrm>
            <a:off x="4722066" y="3663950"/>
            <a:ext cx="2747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5</a:t>
            </a:r>
            <a:r>
              <a:rPr lang="en-US" altLang="ja-JP" dirty="0"/>
              <a:t>-1</a:t>
            </a:r>
            <a:r>
              <a:rPr kumimoji="1" lang="ja-JP" altLang="en-US"/>
              <a:t>　課題</a:t>
            </a:r>
            <a:r>
              <a:rPr kumimoji="1" lang="en-US" altLang="ja-JP" dirty="0"/>
              <a:t>5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56089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716CEAF-3187-9F4C-AEB7-42FD26EAC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470" y="1196975"/>
            <a:ext cx="8809059" cy="446405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B13030F-00BF-AD1B-341C-243EF8582424}"/>
              </a:ext>
            </a:extLst>
          </p:cNvPr>
          <p:cNvSpPr txBox="1"/>
          <p:nvPr/>
        </p:nvSpPr>
        <p:spPr>
          <a:xfrm>
            <a:off x="6095999" y="5661025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N</a:t>
            </a:r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ACA5FE-00D9-B579-4ACA-E2E684E8832D}"/>
              </a:ext>
            </a:extLst>
          </p:cNvPr>
          <p:cNvSpPr txBox="1"/>
          <p:nvPr/>
        </p:nvSpPr>
        <p:spPr>
          <a:xfrm rot="16200000">
            <a:off x="655449" y="3244334"/>
            <a:ext cx="170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累積識別率</a:t>
            </a:r>
            <a:r>
              <a:rPr lang="en-US" altLang="ja-JP" dirty="0"/>
              <a:t>[%]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EB14B7-166E-958A-5C05-6FEC819E00F1}"/>
              </a:ext>
            </a:extLst>
          </p:cNvPr>
          <p:cNvSpPr txBox="1"/>
          <p:nvPr/>
        </p:nvSpPr>
        <p:spPr>
          <a:xfrm>
            <a:off x="4555352" y="6030357"/>
            <a:ext cx="308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5-2</a:t>
            </a:r>
            <a:r>
              <a:rPr kumimoji="1" lang="ja-JP" altLang="en-US"/>
              <a:t>　累積識別率のグラフ</a:t>
            </a:r>
          </a:p>
        </p:txBody>
      </p:sp>
    </p:spTree>
    <p:extLst>
      <p:ext uri="{BB962C8B-B14F-4D97-AF65-F5344CB8AC3E}">
        <p14:creationId xmlns:p14="http://schemas.microsoft.com/office/powerpoint/2010/main" val="144026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</Words>
  <Application>Microsoft Macintosh PowerPoint</Application>
  <PresentationFormat>ワイド画面</PresentationFormat>
  <Paragraphs>9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2</cp:revision>
  <dcterms:created xsi:type="dcterms:W3CDTF">2026-05-01T02:04:37Z</dcterms:created>
  <dcterms:modified xsi:type="dcterms:W3CDTF">2026-05-01T03:54:31Z</dcterms:modified>
</cp:coreProperties>
</file>