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25"/>
  </p:normalViewPr>
  <p:slideViewPr>
    <p:cSldViewPr snapToGrid="0">
      <p:cViewPr varScale="1">
        <p:scale>
          <a:sx n="100" d="100"/>
          <a:sy n="100" d="100"/>
        </p:scale>
        <p:origin x="79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A737EA-9F44-E253-9F1D-28F1C00301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C0F2B8-3DB4-56A6-6641-9F19F4864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7FA9D6-88B9-68CE-3D07-594BAB370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0CA558-732F-47D3-8E3F-D3E1C6569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AA681B-CBE6-78F2-A377-BFC7EFED0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8384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E62995-B07A-6605-D267-37BCBE89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1ACE50C-F6F3-E96F-BA45-886F24E2D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0BD2E1-1627-0DA8-1864-C2474D56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5F279C-0D01-3291-5C4E-228F225E9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6DC1BB-B48B-782B-C8E7-54ECF153C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4459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3D485A-AF29-36DA-04CB-60295CDB2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60B049-357A-34D4-27B7-040C550F5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477984-1B26-DC88-02FC-C3ADAD6F6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8A22EE-C519-3330-93E8-D0C386A9A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253170-EBC0-9713-60E4-BAFC5FEE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8718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AF7984-F03E-BA8A-3D20-CAA3FF2C5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AFC718-6540-352D-E2EF-A461C17202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1366840-0B6A-623A-3B97-277019731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4F7337-C683-B35A-3F98-49D025959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8FA25A4-55DF-CA7B-DAE0-2784A5AE8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DC90B36-2A9E-B53A-2462-DBE5CAF81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172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D2A436-B3E4-A5F7-9935-892925741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C5A5A4-62A7-2094-FD82-64C1C825B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34883C3-8044-64C4-4BE9-3BAF546EB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47E739C-5DE1-7DF8-A252-FFE14BF16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551FE38-80AB-C4F6-6ED0-8C89C6C8A2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F55557D-FC9F-B807-7963-A02DFB5EA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EC176AC-40DA-D674-CE77-D562A1623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939E352-644A-DC34-2FEF-C7FA1D27A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1585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AB5866-8197-1638-1893-A8E961751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138552E-37FC-38AA-B83F-7D28457D0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631680-4D2F-4E05-5EAF-E91AE963B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04CB8E7-29FE-843F-1A7D-85B6FF555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5280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406CAF6-74EA-4FE8-8C28-05034F1C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D50DDDA-366A-CB0C-708D-34F3B82A7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9269DEF-824D-7269-CB1D-56147AD0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0778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D77C63-932F-5699-1809-2C2E3056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05691A-546C-8A28-A3E1-432C57313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847A3A-F78A-B35D-73E2-1BE258EFE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7164BD-9579-4EA0-B316-F4998C01E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D29F50-E827-973B-B609-9BE3AC600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C1EC4B-7B2D-891B-7AB4-DE2CB580E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8394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B75CD0-3767-D884-5F34-ACD93E0B8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A885261-1DCE-8FA4-8995-782445E26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80249D-016D-4B34-EFF6-C02311B29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D87D1B-441A-A659-354E-C36C981A6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67446B-CEEC-FD2E-78B3-CDEAA0BE7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F8B38F-C292-EC7D-3411-3C495CA3B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4422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3FDE1D-3290-AFA9-AF29-F184F9A15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153C76-D58D-2BB1-BCEA-25F3408F8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2CF1BE-240A-6AE2-58AA-B4571D032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48D65E-B97E-E92F-FFDB-77B3010A8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8BCB4A4-32B1-C192-8ECC-FE322EBEA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34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B1B1DEE-251E-74B9-8FE4-2E41899B5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F50A62-3AC8-53C0-463C-4FA6B80E5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CDC9FA-DC5A-7878-C58D-BF4A61FFA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0A600-24EE-DB41-BF3A-0071F0FC24A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9079F1-C2F6-E547-9F6B-341E9460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F08320-413A-50E9-49B1-757B2FA63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2955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144E36A-AB4B-77D8-268A-D5BCA51AD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2866CD-C2E9-64D3-3658-B347C5611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0027EF-A437-A8DE-1C61-101BD1D13F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E0A600-24EE-DB41-BF3A-0071F0FC24AE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9D4FC4-2D43-2AC9-FF2A-C137350C36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DD0AA2-2E26-9DDB-28CC-8AB3981CCA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B167FE-F0B5-8846-84CB-7322DF04B1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5564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499F48E-CB77-9913-38A6-BDC986B39753}"/>
              </a:ext>
            </a:extLst>
          </p:cNvPr>
          <p:cNvSpPr txBox="1"/>
          <p:nvPr/>
        </p:nvSpPr>
        <p:spPr>
          <a:xfrm>
            <a:off x="4836681" y="467995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1</a:t>
            </a:r>
            <a:r>
              <a:rPr kumimoji="1" lang="ja-JP" altLang="en-US"/>
              <a:t>　</a:t>
            </a:r>
            <a:r>
              <a:rPr kumimoji="1" lang="en-US" altLang="ja-JP" dirty="0"/>
              <a:t>1</a:t>
            </a:r>
            <a:r>
              <a:rPr kumimoji="1" lang="ja-JP" altLang="en-US"/>
              <a:t>問目の実行結果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C58C3E6-C26F-1161-3ACE-74B690D4F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175" y="927100"/>
            <a:ext cx="634365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18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5451F93-6628-2BA8-FF31-5465E4D71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350" y="2794000"/>
            <a:ext cx="4559300" cy="12700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9C25CE7-BC52-FF6F-4B15-103E9BF43D95}"/>
              </a:ext>
            </a:extLst>
          </p:cNvPr>
          <p:cNvSpPr txBox="1"/>
          <p:nvPr/>
        </p:nvSpPr>
        <p:spPr>
          <a:xfrm>
            <a:off x="4836681" y="406400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lang="en-US" altLang="ja-JP" dirty="0"/>
              <a:t>2</a:t>
            </a:r>
            <a:r>
              <a:rPr kumimoji="1" lang="ja-JP" altLang="en-US"/>
              <a:t>　</a:t>
            </a:r>
            <a:r>
              <a:rPr lang="en-US" altLang="ja-JP" dirty="0"/>
              <a:t>2</a:t>
            </a:r>
            <a:r>
              <a:rPr kumimoji="1" lang="ja-JP" altLang="en-US"/>
              <a:t>問目の実行結果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242735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D2DA496-283D-4868-E114-791DED390D4B}"/>
              </a:ext>
            </a:extLst>
          </p:cNvPr>
          <p:cNvSpPr txBox="1"/>
          <p:nvPr/>
        </p:nvSpPr>
        <p:spPr>
          <a:xfrm>
            <a:off x="4836681" y="4492171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3</a:t>
            </a:r>
            <a:r>
              <a:rPr kumimoji="1" lang="ja-JP" altLang="en-US"/>
              <a:t>　</a:t>
            </a:r>
            <a:r>
              <a:rPr kumimoji="1" lang="en-US" altLang="ja-JP" dirty="0"/>
              <a:t>3</a:t>
            </a:r>
            <a:r>
              <a:rPr kumimoji="1" lang="ja-JP" altLang="en-US"/>
              <a:t>問目の実行結果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D68F47C0-3B2B-C6EA-61E9-D57432FB5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650" y="948871"/>
            <a:ext cx="45847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693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526EC2C-3094-FA77-DAC4-0B0941983733}"/>
              </a:ext>
            </a:extLst>
          </p:cNvPr>
          <p:cNvSpPr txBox="1"/>
          <p:nvPr/>
        </p:nvSpPr>
        <p:spPr>
          <a:xfrm>
            <a:off x="4836681" y="5959928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kumimoji="1" lang="en-US" altLang="ja-JP" dirty="0"/>
              <a:t>4</a:t>
            </a:r>
            <a:r>
              <a:rPr kumimoji="1" lang="ja-JP" altLang="en-US"/>
              <a:t>　</a:t>
            </a:r>
            <a:r>
              <a:rPr kumimoji="1" lang="en-US" altLang="ja-JP" dirty="0"/>
              <a:t>4</a:t>
            </a:r>
            <a:r>
              <a:rPr kumimoji="1" lang="ja-JP" altLang="en-US"/>
              <a:t>問目の実行結果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F3F7AC0-D4BB-26DF-C868-7775D2B78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00" y="908050"/>
            <a:ext cx="4699000" cy="504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27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FB6A685-902D-ADAB-6EF6-72B6E6623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650" y="2863850"/>
            <a:ext cx="4584700" cy="11303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030F3DE-5072-0995-4541-03AE96AB7004}"/>
              </a:ext>
            </a:extLst>
          </p:cNvPr>
          <p:cNvSpPr txBox="1"/>
          <p:nvPr/>
        </p:nvSpPr>
        <p:spPr>
          <a:xfrm>
            <a:off x="4836681" y="399415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</a:t>
            </a:r>
            <a:r>
              <a:rPr lang="en-US" altLang="ja-JP" dirty="0"/>
              <a:t>5</a:t>
            </a:r>
            <a:r>
              <a:rPr kumimoji="1" lang="ja-JP" altLang="en-US"/>
              <a:t>　</a:t>
            </a:r>
            <a:r>
              <a:rPr lang="en-US" altLang="ja-JP" dirty="0"/>
              <a:t>5</a:t>
            </a:r>
            <a:r>
              <a:rPr kumimoji="1" lang="ja-JP" altLang="en-US"/>
              <a:t>問目の実行結果</a:t>
            </a:r>
          </a:p>
        </p:txBody>
      </p:sp>
    </p:spTree>
    <p:extLst>
      <p:ext uri="{BB962C8B-B14F-4D97-AF65-F5344CB8AC3E}">
        <p14:creationId xmlns:p14="http://schemas.microsoft.com/office/powerpoint/2010/main" val="3245225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35</Words>
  <Application>Microsoft Macintosh PowerPoint</Application>
  <PresentationFormat>ワイド画面</PresentationFormat>
  <Paragraphs>5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江尾　祐哉</dc:creator>
  <cp:lastModifiedBy>江尾　祐哉</cp:lastModifiedBy>
  <cp:revision>7</cp:revision>
  <dcterms:created xsi:type="dcterms:W3CDTF">2026-05-08T03:03:00Z</dcterms:created>
  <dcterms:modified xsi:type="dcterms:W3CDTF">2026-05-22T04:21:36Z</dcterms:modified>
</cp:coreProperties>
</file>