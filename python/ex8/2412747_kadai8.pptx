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1"/>
  </p:normalViewPr>
  <p:slideViewPr>
    <p:cSldViewPr snapToGrid="0">
      <p:cViewPr varScale="1">
        <p:scale>
          <a:sx n="99" d="100"/>
          <a:sy n="99" d="100"/>
        </p:scale>
        <p:origin x="9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AEB38C-EBB5-C8E8-5593-36409EA1D7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4B871F6-C89B-BEE1-7906-732135B62B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52EC205-E185-BA67-7222-0C970CF85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8C0E4-CAEF-4040-9482-A014ECC81332}" type="datetimeFigureOut">
              <a:rPr kumimoji="1" lang="ja-JP" altLang="en-US" smtClean="0"/>
              <a:t>2026/6/18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72CA5AF-7DAE-49F4-76B0-3310DB9FA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2578DB-500C-5F2C-F118-47A42C33F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D5C8F-43FE-C941-ACE0-8E176BE8F5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1913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DA215-F0FC-D536-00E4-FA0D872AB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D128575-BB49-F857-DEF1-68E3058EB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9CA45E7-5B31-02A4-931F-618D90FA8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8C0E4-CAEF-4040-9482-A014ECC81332}" type="datetimeFigureOut">
              <a:rPr kumimoji="1" lang="ja-JP" altLang="en-US" smtClean="0"/>
              <a:t>2026/6/18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A82D21A-25D1-CFCF-FE4E-B5571B50B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59133B1-E432-6919-B664-B66959C1C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D5C8F-43FE-C941-ACE0-8E176BE8F5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0278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11C815-3D5D-F9EC-2D13-442495A10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3C785A-133A-B16B-EEBA-9A096FE7A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5EA0D7-B7BF-D25D-7500-D7368A6D4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8C0E4-CAEF-4040-9482-A014ECC81332}" type="datetimeFigureOut">
              <a:rPr kumimoji="1" lang="ja-JP" altLang="en-US" smtClean="0"/>
              <a:t>2026/6/18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F2CA65-F715-5FE6-09D5-F81643B27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FCADFD8-8A1B-3547-6A51-77B25CE2A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D5C8F-43FE-C941-ACE0-8E176BE8F5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129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07B85E-51DE-DC91-DD1A-E1EE8C9D8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F2671FD-2208-8B2C-D18A-59B6DB3DFB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0F54475-EFFC-9BDA-3B90-E8B11E246D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DC15629-7E09-72C0-C69E-812EBEF56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8C0E4-CAEF-4040-9482-A014ECC81332}" type="datetimeFigureOut">
              <a:rPr kumimoji="1" lang="ja-JP" altLang="en-US" smtClean="0"/>
              <a:t>2026/6/18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73666FE-88D1-72F8-767D-EB206EFBC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C59706D-3E55-06BA-B866-8FB2C0722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D5C8F-43FE-C941-ACE0-8E176BE8F5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353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C0EB7C-0125-5D01-1062-53B85F68C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EF1591-D80E-93FF-7FD9-99710B2B4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6E6F5D4-432C-AA02-815E-B0194C2059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F8BC844-CF47-FD86-F972-3FFEF41851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0A345FB-DE3C-EEB8-DEBA-C1E2AB9A1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ADC9848-3B60-227C-C6B5-774832157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8C0E4-CAEF-4040-9482-A014ECC81332}" type="datetimeFigureOut">
              <a:rPr kumimoji="1" lang="ja-JP" altLang="en-US" smtClean="0"/>
              <a:t>2026/6/18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C8B5BBB-FFBE-6F57-4F54-6E8295BEA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4AF9942-3D6C-8119-4E6E-F444A44B2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D5C8F-43FE-C941-ACE0-8E176BE8F5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0187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96D7CB-2B08-16AA-CFE9-D95A6727C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199B5CB-DAF8-2427-4AA5-F9C284C7C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8C0E4-CAEF-4040-9482-A014ECC81332}" type="datetimeFigureOut">
              <a:rPr kumimoji="1" lang="ja-JP" altLang="en-US" smtClean="0"/>
              <a:t>2026/6/18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1C769C7-E272-F60C-0A45-3BEFC0593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C769AD8-F693-0D3B-78A2-7B3628302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D5C8F-43FE-C941-ACE0-8E176BE8F5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3572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37EB629-3454-C97B-386C-DBC84F1B2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8C0E4-CAEF-4040-9482-A014ECC81332}" type="datetimeFigureOut">
              <a:rPr kumimoji="1" lang="ja-JP" altLang="en-US" smtClean="0"/>
              <a:t>2026/6/18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A4308F5-49AD-2161-1BF3-4EDC2D5BE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B1C3BAA-FD5A-B412-42A9-498221CF5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D5C8F-43FE-C941-ACE0-8E176BE8F5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5909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AEA343-236D-1ACF-4F9B-12FA8918E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3F72A90-E4A4-F1D6-BE82-A46CEDAD7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2D75E2F-A66D-8F56-FC61-6B9ABAB48E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3C1FD40-D9A6-BF9A-2E9F-9C3FE7F83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8C0E4-CAEF-4040-9482-A014ECC81332}" type="datetimeFigureOut">
              <a:rPr kumimoji="1" lang="ja-JP" altLang="en-US" smtClean="0"/>
              <a:t>2026/6/18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A498BDE-1746-6B48-8362-75F6EF905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60B6DAB-A2B1-BDD9-93EE-12924FCCD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D5C8F-43FE-C941-ACE0-8E176BE8F5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7658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FD0707-924C-53E0-9B77-EF6EBD530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FF55D4D-0301-5E86-E0A7-6374AB387B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F8EE909-AA71-AE0C-2A8F-1A46BC1CE6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20E9F03-BDD6-A811-9E1B-3C6D92E87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8C0E4-CAEF-4040-9482-A014ECC81332}" type="datetimeFigureOut">
              <a:rPr kumimoji="1" lang="ja-JP" altLang="en-US" smtClean="0"/>
              <a:t>2026/6/18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2508DCD-F960-1AF4-C536-E6C64943A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5183B3C-E068-E20F-D57C-624022465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D5C8F-43FE-C941-ACE0-8E176BE8F5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4072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1D2EC9-2DCB-22C3-EEEC-665C60520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36F20FE-DAFD-7C7D-65E0-34093C4C4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0187813-F74E-BAC2-7E71-60ABB6564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8C0E4-CAEF-4040-9482-A014ECC81332}" type="datetimeFigureOut">
              <a:rPr kumimoji="1" lang="ja-JP" altLang="en-US" smtClean="0"/>
              <a:t>2026/6/18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34FF57E-7F70-F81D-813C-622D38045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C28579-47ED-C774-44FB-ED59D99BE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D5C8F-43FE-C941-ACE0-8E176BE8F5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8017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99CBA20-6F8A-3156-693E-CB7A726F19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CE81A96-CF2A-CD04-0099-A0F39D60F8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2DB9AA-739B-4B49-54EA-C862662FF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8C0E4-CAEF-4040-9482-A014ECC81332}" type="datetimeFigureOut">
              <a:rPr kumimoji="1" lang="ja-JP" altLang="en-US" smtClean="0"/>
              <a:t>2026/6/18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66FCFA-DAA3-5E10-CE58-3D337DBF4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98E9B2F-6A1A-2C98-3FFD-DC83F5C8B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D5C8F-43FE-C941-ACE0-8E176BE8F5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8443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35BC520-C689-BC77-77A7-24BB9AC7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3DC469A-266C-B76A-A35A-3E92D98ED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FB516F-8F2D-9F1A-C5D6-F04B544F97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A8C0E4-CAEF-4040-9482-A014ECC81332}" type="datetimeFigureOut">
              <a:rPr kumimoji="1" lang="ja-JP" altLang="en-US" smtClean="0"/>
              <a:t>2026/6/18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52FB3AA-F99C-99FC-62BC-EAEAFDF5D8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2E5255-8C5B-7C39-F2C0-C5F0E739EF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ED5C8F-43FE-C941-ACE0-8E176BE8F5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6739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9C6B45-50F1-2696-F068-D5773BA63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/>
              <a:t>今回の要点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F7735E7-D07A-C1EE-30E3-BAD5335BA235}"/>
              </a:ext>
            </a:extLst>
          </p:cNvPr>
          <p:cNvSpPr txBox="1"/>
          <p:nvPr/>
        </p:nvSpPr>
        <p:spPr>
          <a:xfrm>
            <a:off x="838200" y="1690688"/>
            <a:ext cx="7766870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・ボールの動きを追跡</a:t>
            </a:r>
            <a:endParaRPr kumimoji="1" lang="en-US" altLang="ja-JP" sz="2400" dirty="0"/>
          </a:p>
          <a:p>
            <a:r>
              <a:rPr lang="ja-JP" altLang="en-US" sz="2400"/>
              <a:t>・カメラの動きを追跡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dirty="0"/>
              <a:t>↑</a:t>
            </a:r>
            <a:r>
              <a:rPr lang="ja-JP" altLang="en-US" sz="2400"/>
              <a:t>この</a:t>
            </a:r>
            <a:r>
              <a:rPr lang="en-US" altLang="ja-JP" sz="2400" dirty="0"/>
              <a:t>2</a:t>
            </a:r>
            <a:r>
              <a:rPr lang="ja-JP" altLang="en-US" sz="2400"/>
              <a:t>つを同時にやらないといけない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/>
              <a:t>ではどうしたら良いか？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dirty="0"/>
              <a:t>1.</a:t>
            </a:r>
            <a:r>
              <a:rPr lang="ja-JP" altLang="en-US" sz="2400"/>
              <a:t>赤色を抽出して局所を見る、</a:t>
            </a:r>
            <a:r>
              <a:rPr lang="en-US" altLang="ja-JP" sz="2400" dirty="0"/>
              <a:t>2.</a:t>
            </a:r>
            <a:r>
              <a:rPr lang="ja-JP" altLang="en-US" sz="2400"/>
              <a:t>画面全体の動きで判定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/>
              <a:t>これで物体とカメラの動きがそれぞれわかる！</a:t>
            </a:r>
            <a:endParaRPr lang="en-US" altLang="ja-JP" sz="2400" dirty="0"/>
          </a:p>
          <a:p>
            <a:r>
              <a:rPr lang="en-US" altLang="ja-JP" sz="2400" dirty="0"/>
              <a:t>2×2=4</a:t>
            </a:r>
            <a:r>
              <a:rPr lang="ja-JP" altLang="en-US" sz="2400"/>
              <a:t>通りが全て判別できる！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237996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FB9C61-5376-19B1-D01A-298C1AAF6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r>
              <a:rPr lang="en-US" altLang="ja-JP" dirty="0"/>
              <a:t>.</a:t>
            </a:r>
            <a:r>
              <a:rPr lang="ja-JP" altLang="en-US"/>
              <a:t>　赤色の抽出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E39B48F-8333-C47B-FFFB-D48005A58FDF}"/>
              </a:ext>
            </a:extLst>
          </p:cNvPr>
          <p:cNvSpPr txBox="1"/>
          <p:nvPr/>
        </p:nvSpPr>
        <p:spPr>
          <a:xfrm>
            <a:off x="838200" y="1690688"/>
            <a:ext cx="1057853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物体を</a:t>
            </a:r>
            <a:r>
              <a:rPr kumimoji="1" lang="en-US" altLang="ja-JP" sz="2400" dirty="0"/>
              <a:t>HSV</a:t>
            </a:r>
            <a:r>
              <a:rPr kumimoji="1" lang="ja-JP" altLang="en-US" sz="2400"/>
              <a:t>を使用して、色相と彩度、明度に変換</a:t>
            </a:r>
            <a:endParaRPr kumimoji="1" lang="en-US" altLang="ja-JP" sz="2400" dirty="0"/>
          </a:p>
          <a:p>
            <a:r>
              <a:rPr kumimoji="1" lang="en-US" altLang="ja-JP" sz="2400" dirty="0"/>
              <a:t>←</a:t>
            </a:r>
            <a:r>
              <a:rPr kumimoji="1" lang="ja-JP" altLang="en-US" sz="2400"/>
              <a:t>今回は白色の壁と白色のカーテン、赤色の物体</a:t>
            </a:r>
            <a:r>
              <a:rPr kumimoji="1" lang="en-US" altLang="ja-JP" sz="2400" dirty="0"/>
              <a:t>(</a:t>
            </a:r>
            <a:r>
              <a:rPr lang="ja-JP" altLang="en-US" sz="2400"/>
              <a:t>と茶色の手</a:t>
            </a:r>
            <a:r>
              <a:rPr kumimoji="1" lang="en-US" altLang="ja-JP" sz="2400" dirty="0"/>
              <a:t>)</a:t>
            </a:r>
            <a:r>
              <a:rPr kumimoji="1" lang="ja-JP" altLang="en-US" sz="2400"/>
              <a:t>のみなので、</a:t>
            </a:r>
            <a:endParaRPr kumimoji="1" lang="en-US" altLang="ja-JP" sz="2400" dirty="0"/>
          </a:p>
          <a:p>
            <a:r>
              <a:rPr lang="ja-JP" altLang="en-US" sz="2400"/>
              <a:t>　これで分けやすくなる</a:t>
            </a:r>
            <a:endParaRPr kumimoji="1" lang="ja-JP" altLang="en-US" sz="240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4AAA12A-69D7-7480-B60F-966EEA025425}"/>
              </a:ext>
            </a:extLst>
          </p:cNvPr>
          <p:cNvSpPr/>
          <p:nvPr/>
        </p:nvSpPr>
        <p:spPr>
          <a:xfrm>
            <a:off x="838200" y="4072607"/>
            <a:ext cx="2820473" cy="10947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ysClr val="windowText" lastClr="000000"/>
                </a:solidFill>
              </a:rPr>
              <a:t>元画像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0916BF5-0672-1D1D-CCFF-EB276AFEF99E}"/>
              </a:ext>
            </a:extLst>
          </p:cNvPr>
          <p:cNvSpPr/>
          <p:nvPr/>
        </p:nvSpPr>
        <p:spPr>
          <a:xfrm>
            <a:off x="4685763" y="4072607"/>
            <a:ext cx="2820473" cy="10947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</a:rPr>
              <a:t>HSV</a:t>
            </a:r>
            <a:endParaRPr kumimoji="1" lang="ja-JP" altLang="en-US">
              <a:solidFill>
                <a:sysClr val="windowText" lastClr="000000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F8DCB3A-4DF0-51B4-3F5E-4439DA0347C1}"/>
              </a:ext>
            </a:extLst>
          </p:cNvPr>
          <p:cNvSpPr/>
          <p:nvPr/>
        </p:nvSpPr>
        <p:spPr>
          <a:xfrm>
            <a:off x="8533326" y="4072606"/>
            <a:ext cx="2820473" cy="109470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ysClr val="windowText" lastClr="000000"/>
                </a:solidFill>
              </a:rPr>
              <a:t>赤色抽出</a:t>
            </a: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8EC3D7EB-EDD1-0CCF-5E3A-8BB603E7BFB3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3658673" y="4619960"/>
            <a:ext cx="10270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AA91895E-E800-20B6-D308-D1DF4D647F69}"/>
              </a:ext>
            </a:extLst>
          </p:cNvPr>
          <p:cNvCxnSpPr/>
          <p:nvPr/>
        </p:nvCxnSpPr>
        <p:spPr>
          <a:xfrm>
            <a:off x="7506236" y="4652893"/>
            <a:ext cx="10270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76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5EF7FD-E8FC-ACD6-C5BC-69101F574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2.</a:t>
            </a:r>
            <a:r>
              <a:rPr kumimoji="1" lang="ja-JP" altLang="en-US"/>
              <a:t>　画面全体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4BF17A1-D52D-F7EA-5B7F-AE991F001065}"/>
              </a:ext>
            </a:extLst>
          </p:cNvPr>
          <p:cNvSpPr txBox="1"/>
          <p:nvPr/>
        </p:nvSpPr>
        <p:spPr>
          <a:xfrm>
            <a:off x="838200" y="1690688"/>
            <a:ext cx="8666155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画面全体を見て移動したかを判別したい</a:t>
            </a:r>
            <a:endParaRPr kumimoji="1" lang="en-US" altLang="ja-JP" sz="2400" dirty="0"/>
          </a:p>
          <a:p>
            <a:r>
              <a:rPr kumimoji="1" lang="en" altLang="ja-JP" sz="2400" dirty="0"/>
              <a:t>→</a:t>
            </a:r>
            <a:r>
              <a:rPr kumimoji="1" lang="en" altLang="ja-JP" sz="2400" dirty="0" err="1"/>
              <a:t>calcOpticalFlowFarneback</a:t>
            </a:r>
            <a:r>
              <a:rPr kumimoji="1" lang="ja-JP" altLang="en-US" sz="2400"/>
              <a:t>という</a:t>
            </a:r>
            <a:r>
              <a:rPr lang="en-US" altLang="ja-JP" sz="2400" dirty="0"/>
              <a:t>OpenCV</a:t>
            </a:r>
            <a:r>
              <a:rPr lang="ja-JP" altLang="en-US" sz="2400"/>
              <a:t>の関数を使用</a:t>
            </a:r>
            <a:endParaRPr lang="en-US" altLang="ja-JP" sz="2400" dirty="0"/>
          </a:p>
          <a:p>
            <a:r>
              <a:rPr lang="ja-JP" altLang="en-US" sz="2400"/>
              <a:t>　この関数は、連続する</a:t>
            </a:r>
            <a:r>
              <a:rPr lang="en-US" altLang="ja-JP" sz="2400" dirty="0"/>
              <a:t>2</a:t>
            </a:r>
            <a:r>
              <a:rPr lang="ja-JP" altLang="en-US" sz="2400"/>
              <a:t>枚の画像の各ピクセルがどの方向に</a:t>
            </a:r>
            <a:endParaRPr lang="en-US" altLang="ja-JP" sz="2400" dirty="0"/>
          </a:p>
          <a:p>
            <a:r>
              <a:rPr kumimoji="1" lang="ja-JP" altLang="en-US" sz="2400"/>
              <a:t>　どれだけ移動したかを推定できる</a:t>
            </a:r>
            <a:endParaRPr kumimoji="1" lang="en-US" altLang="ja-JP" sz="2400" dirty="0"/>
          </a:p>
          <a:p>
            <a:r>
              <a:rPr lang="en-US" altLang="ja-JP" sz="2400" dirty="0"/>
              <a:t>→</a:t>
            </a:r>
            <a:r>
              <a:rPr lang="ja-JP" altLang="en-US" sz="2400"/>
              <a:t>移動情報を、オプティカルフローという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/>
              <a:t>上記の関数で、移動量の</a:t>
            </a:r>
            <a:r>
              <a:rPr lang="en-US" altLang="ja-JP" sz="2400" dirty="0"/>
              <a:t>3</a:t>
            </a:r>
            <a:r>
              <a:rPr lang="ja-JP" altLang="en-US" sz="2400"/>
              <a:t>次元配列を取得できるので、</a:t>
            </a:r>
            <a:endParaRPr lang="en-US" altLang="ja-JP" sz="2400" dirty="0"/>
          </a:p>
          <a:p>
            <a:r>
              <a:rPr lang="ja-JP" altLang="en-US" sz="2400"/>
              <a:t>これを使用して画面全体が動いたかどうかがわかる！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639056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C58F53-00AD-0381-9325-07A1111E7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動きの追跡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F883A4E-2852-31CB-58A1-CA9E2EC1285C}"/>
              </a:ext>
            </a:extLst>
          </p:cNvPr>
          <p:cNvSpPr txBox="1"/>
          <p:nvPr/>
        </p:nvSpPr>
        <p:spPr>
          <a:xfrm>
            <a:off x="838200" y="1690688"/>
            <a:ext cx="11253402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物体、画面ともに注目する方法がわかった</a:t>
            </a:r>
            <a:endParaRPr kumimoji="1" lang="en-US" altLang="ja-JP" sz="2400" dirty="0"/>
          </a:p>
          <a:p>
            <a:r>
              <a:rPr lang="ja-JP" altLang="en-US" sz="2400"/>
              <a:t>ではどうやって動きを見るのか？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/>
              <a:t>前問</a:t>
            </a:r>
            <a:r>
              <a:rPr kumimoji="1" lang="ja-JP" altLang="en-US" sz="2400"/>
              <a:t>と同じ用に、</a:t>
            </a:r>
            <a:r>
              <a:rPr kumimoji="1" lang="en-US" altLang="ja-JP" sz="2400" dirty="0"/>
              <a:t>1</a:t>
            </a:r>
            <a:r>
              <a:rPr kumimoji="1" lang="ja-JP" altLang="en-US" sz="2400"/>
              <a:t>点を追跡するようにしたら簡単</a:t>
            </a:r>
            <a:endParaRPr kumimoji="1" lang="en-US" altLang="ja-JP" sz="2400" dirty="0"/>
          </a:p>
          <a:p>
            <a:r>
              <a:rPr kumimoji="1" lang="en-US" altLang="ja-JP" sz="2400" dirty="0"/>
              <a:t>1.</a:t>
            </a:r>
            <a:r>
              <a:rPr lang="ja-JP" altLang="en-US" sz="2400"/>
              <a:t>物体は重心を、</a:t>
            </a:r>
            <a:r>
              <a:rPr lang="en-US" altLang="ja-JP" sz="2400" dirty="0"/>
              <a:t>2.</a:t>
            </a:r>
            <a:r>
              <a:rPr lang="ja-JP" altLang="en-US" sz="2400"/>
              <a:t>画面全体は移動量の中央値を追跡</a:t>
            </a:r>
            <a:endParaRPr lang="en-US" altLang="ja-JP" sz="2400" dirty="0"/>
          </a:p>
          <a:p>
            <a:r>
              <a:rPr kumimoji="1" lang="en-US" altLang="ja-JP" sz="2400" dirty="0"/>
              <a:t>→</a:t>
            </a:r>
            <a:r>
              <a:rPr kumimoji="1" lang="ja-JP" altLang="en-US" sz="2400"/>
              <a:t>これで動きが追跡できる！</a:t>
            </a:r>
            <a:endParaRPr kumimoji="1"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/>
              <a:t>あとは閾値を上手いこと微調整して、それぞれ動いたかを</a:t>
            </a:r>
            <a:r>
              <a:rPr lang="en-US" altLang="ja-JP" sz="2400" dirty="0"/>
              <a:t>bool</a:t>
            </a:r>
            <a:r>
              <a:rPr lang="ja-JP" altLang="en-US" sz="2400"/>
              <a:t>値で持ってあげる</a:t>
            </a:r>
            <a:endParaRPr lang="en-US" altLang="ja-JP" sz="2400" dirty="0"/>
          </a:p>
          <a:p>
            <a:r>
              <a:rPr kumimoji="1" lang="ja-JP" altLang="en-US" sz="2400"/>
              <a:t>これで</a:t>
            </a:r>
            <a:r>
              <a:rPr kumimoji="1" lang="en-US" altLang="ja-JP" sz="2400" dirty="0"/>
              <a:t>4</a:t>
            </a:r>
            <a:r>
              <a:rPr kumimoji="1" lang="ja-JP" altLang="en-US" sz="2400"/>
              <a:t>パターンが判別可能になった</a:t>
            </a:r>
            <a:endParaRPr kumimoji="1" lang="en-US" altLang="ja-JP" sz="2400" dirty="0"/>
          </a:p>
          <a:p>
            <a:r>
              <a:rPr lang="ja-JP" altLang="en-US" sz="2400"/>
              <a:t>また、前問と同じように移動量を見てどの方向に動いたかをチェック</a:t>
            </a:r>
            <a:r>
              <a:rPr lang="en-US" altLang="ja-JP" sz="2400" dirty="0"/>
              <a:t>(direction)</a:t>
            </a:r>
          </a:p>
          <a:p>
            <a:endParaRPr lang="en-US" altLang="ja-JP" sz="2400" dirty="0"/>
          </a:p>
          <a:p>
            <a:r>
              <a:rPr kumimoji="1" lang="en-US" altLang="ja-JP" sz="2400" dirty="0"/>
              <a:t>※</a:t>
            </a:r>
            <a:r>
              <a:rPr kumimoji="1" lang="ja-JP" altLang="en-US" sz="2400"/>
              <a:t>画面全体の動く方向とカメラの動く方向は逆なので、</a:t>
            </a:r>
            <a:r>
              <a:rPr lang="ja-JP" altLang="en-US" sz="2400"/>
              <a:t>カメラの</a:t>
            </a:r>
            <a:r>
              <a:rPr lang="en-US" altLang="ja-JP" sz="2400" dirty="0"/>
              <a:t>direction</a:t>
            </a:r>
            <a:r>
              <a:rPr lang="ja-JP" altLang="en-US" sz="2400"/>
              <a:t>に</a:t>
            </a:r>
            <a:endParaRPr lang="en-US" altLang="ja-JP" sz="2400" dirty="0"/>
          </a:p>
          <a:p>
            <a:r>
              <a:rPr kumimoji="1" lang="ja-JP" altLang="en-US" sz="2400"/>
              <a:t>　渡す引数はマイナスをつける</a:t>
            </a:r>
          </a:p>
        </p:txBody>
      </p:sp>
    </p:spTree>
    <p:extLst>
      <p:ext uri="{BB962C8B-B14F-4D97-AF65-F5344CB8AC3E}">
        <p14:creationId xmlns:p14="http://schemas.microsoft.com/office/powerpoint/2010/main" val="2750762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336</Words>
  <Application>Microsoft Macintosh PowerPoint</Application>
  <PresentationFormat>ワイド画面</PresentationFormat>
  <Paragraphs>42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今回の要点</vt:lpstr>
      <vt:lpstr>1.　赤色の抽出</vt:lpstr>
      <vt:lpstr>2.　画面全体</vt:lpstr>
      <vt:lpstr>動きの追跡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江尾　祐哉</dc:creator>
  <cp:lastModifiedBy>江尾　祐哉</cp:lastModifiedBy>
  <cp:revision>4</cp:revision>
  <dcterms:created xsi:type="dcterms:W3CDTF">2026-06-18T13:53:13Z</dcterms:created>
  <dcterms:modified xsi:type="dcterms:W3CDTF">2026-06-18T17:27:57Z</dcterms:modified>
</cp:coreProperties>
</file>