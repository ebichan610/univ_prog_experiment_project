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F64992-460B-A469-4CF6-B407B801E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36F395-FB62-9338-D553-0BA711341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1413F1-4B30-199A-19BD-5F916C29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59E554-C726-6534-785E-91B1AC23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6F4498-C4C6-BC2B-8919-674C6BAB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78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F67E0F-C32F-EDF1-0BBF-4356A9FC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6F4A6F-CD0C-B5E2-6757-BA9228BD4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CE1FDC-3141-DFE0-F7D2-864CE516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980238-5B5E-991D-9A95-3485B617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47E3B-A62A-60F3-68FA-56E50067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92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C29F51-7013-596F-1E5D-E7E892AA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5F84ED-5E0A-BD0B-2C09-030A2FEA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C12D09-BF8B-A6CE-C4DC-BC06A9D7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C3A211-72FA-C803-D7D6-886259B5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8107D-6368-8D41-CF9D-7160AADA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0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ADD9D-B1A4-4BDF-4924-D0D182CC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2CA20A-2CFB-D789-FC2D-F8FE1A665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70A8AF-DDBF-B73E-647C-4A68634CF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413984-A26A-E43F-293B-A6A793D5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2A366D-BD6F-01C4-022B-E95468DC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0BF250-DC0F-8C06-9D99-2CE961AA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2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F9011-ACC5-7102-0EE6-A30FD4AE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6A3C1A-476C-FFF4-820E-D37B2A451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9C33C9-847E-1140-5525-DC6FF74C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CA6978-80B0-558E-63A9-3681A0A8F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53B802-B875-F1E7-52F5-6D274DE4B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A101AC-CAAB-9702-8D85-D3B51737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382036-1561-92A6-C44C-5D0AC0DB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6306D88-3F3C-1F9B-0123-BE6D0106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22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E1E021-8A4E-7F55-11A9-6703236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F96F06-F0E8-2848-9B28-2C7DE4D9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04FA61-BB42-DDDA-9C0B-22A0E3A7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859342-1EE0-F9F8-D31A-C7399851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03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8A81F0-8975-5411-F09B-C3E0B8E1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0FD367-5D57-671F-59FB-AB079278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4C848D-3108-EC0F-7B5E-70D2FF21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4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BCE54-B3D6-4722-B06E-6488DCDE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A700F3-E1DC-3751-3261-7805E9EE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AA1068-7DBA-AC7D-3F5B-038481E35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8A7BC0-5E13-9CBC-CBEC-0A940ABE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E35BA7-7585-2748-C170-A3011CDA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126F3-3E27-4FC4-0870-DC4B0D97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16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6DEA4-FB8E-5E25-7509-0E81CB3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E4C6621-D81A-486E-4A98-FF635EBE3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0CAE8C-4A28-C883-2197-992793D26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200A53-99BE-6B12-DBFE-01287C740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6ABC1E-289A-0C0B-999B-E3816C2F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3FCE92-7777-D6F3-9C91-4AEFF6C7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74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134C6-1E17-F8A2-B96E-58CCFCDE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7D017D-6B12-BB86-5C0D-9ED757218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BB65DC-CF3B-AF75-E504-F0239C7E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AE937F-C384-6B1C-D9B0-3BCF0BD6D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0100B7-D0F8-91AC-6A7B-FA727801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13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6EB1091-4E67-FEB7-0C31-05E2FAFC4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645FC6-3A0A-CC79-955D-31AB687F6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2178A3-5E95-B171-4ECE-76BAD26A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EDDD25-C4EE-5116-CEA1-B9D1B82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F14F70-5F3A-9B87-43D9-08C55B60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47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A1B107-1FD1-5A9B-9F9E-60AE2CF7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F46BF1-EF4F-20A5-D657-EDCDDD66F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468BD0-1C7A-A83E-ECC6-CD7B3C3CF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9C964-FAAB-864C-A2EE-31FE49FE2253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D06ED1-9A8C-FCB4-D4CA-B696C9B24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C0E007-D489-E3DC-9484-5CC806FA7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68A92-847F-2C4F-9C78-63E448CC87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627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3C0E0-72B3-B30D-9141-75B020C5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今回の要点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9FE3F2-FEDF-4534-0858-876629DD77F2}"/>
              </a:ext>
            </a:extLst>
          </p:cNvPr>
          <p:cNvSpPr txBox="1"/>
          <p:nvPr/>
        </p:nvSpPr>
        <p:spPr>
          <a:xfrm>
            <a:off x="838200" y="1690688"/>
            <a:ext cx="44390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数字の</a:t>
            </a:r>
            <a:r>
              <a:rPr lang="en-US" altLang="ja-JP" sz="2400" dirty="0"/>
              <a:t>1~9</a:t>
            </a:r>
            <a:r>
              <a:rPr lang="ja-JP" altLang="en-US" sz="2400"/>
              <a:t>を判定してあげたい</a:t>
            </a:r>
            <a:endParaRPr lang="en-US" altLang="ja-JP" sz="2400" dirty="0"/>
          </a:p>
          <a:p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32903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今回の要点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1</cp:revision>
  <dcterms:created xsi:type="dcterms:W3CDTF">2026-06-19T04:32:12Z</dcterms:created>
  <dcterms:modified xsi:type="dcterms:W3CDTF">2026-06-19T04:33:12Z</dcterms:modified>
</cp:coreProperties>
</file>