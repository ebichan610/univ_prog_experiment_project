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>
      <p:cViewPr varScale="1">
        <p:scale>
          <a:sx n="99" d="100"/>
          <a:sy n="99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F64992-460B-A469-4CF6-B407B801E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A36F395-FB62-9338-D553-0BA7113412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1413F1-4B30-199A-19BD-5F916C296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59E554-C726-6534-785E-91B1AC236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46F4498-C4C6-BC2B-8919-674C6BAB7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3782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F67E0F-C32F-EDF1-0BBF-4356A9FCC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56F4A6F-CD0C-B5E2-6757-BA9228BD4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CE1FDC-3141-DFE0-F7D2-864CE5168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980238-5B5E-991D-9A95-3485B6176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B47E3B-A62A-60F3-68FA-56E50067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924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C29F51-7013-596F-1E5D-E7E892AA0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15F84ED-5E0A-BD0B-2C09-030A2FEA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4C12D09-BF8B-A6CE-C4DC-BC06A9D7B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C3A211-72FA-C803-D7D6-886259B56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88107D-6368-8D41-CF9D-7160AADAE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106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5ADD9D-B1A4-4BDF-4924-D0D182CCE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2CA20A-2CFB-D789-FC2D-F8FE1A6658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F70A8AF-DDBF-B73E-647C-4A68634CF7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0413984-A26A-E43F-293B-A6A793D56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2A366D-BD6F-01C4-022B-E95468DC5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0BF250-DC0F-8C06-9D99-2CE961AA1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624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AF9011-ACC5-7102-0EE6-A30FD4AEB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6A3C1A-476C-FFF4-820E-D37B2A451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9C33C9-847E-1140-5525-DC6FF74C6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6CA6978-80B0-558E-63A9-3681A0A8FE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453B802-B875-F1E7-52F5-6D274DE4B9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4A101AC-CAAB-9702-8D85-D3B51737C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B382036-1561-92A6-C44C-5D0AC0DBF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6306D88-3F3C-1F9B-0123-BE6D0106F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4225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E1E021-8A4E-7F55-11A9-67032360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0F96F06-F0E8-2848-9B28-2C7DE4D9B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804FA61-BB42-DDDA-9C0B-22A0E3A7D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6859342-1EE0-F9F8-D31A-C73998512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4036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58A81F0-8975-5411-F09B-C3E0B8E14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E0FD367-5D57-671F-59FB-AB079278B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4C848D-3108-EC0F-7B5E-70D2FF215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348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3BCE54-B3D6-4722-B06E-6488DCDE2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A700F3-E1DC-3751-3261-7805E9EED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AA1068-7DBA-AC7D-3F5B-038481E35D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88A7BC0-5E13-9CBC-CBEC-0A940ABE4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E35BA7-7585-2748-C170-A3011CDA9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94126F3-3E27-4FC4-0870-DC4B0D976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168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96DEA4-FB8E-5E25-7509-0E81CB30B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E4C6621-D81A-486E-4A98-FF635EBE3C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0CAE8C-4A28-C883-2197-992793D26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200A53-99BE-6B12-DBFE-01287C740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6ABC1E-289A-0C0B-999B-E3816C2F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3FCE92-7777-D6F3-9C91-4AEFF6C7B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8741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1134C6-1E17-F8A2-B96E-58CCFCDE8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67D017D-6B12-BB86-5C0D-9ED7572182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BB65DC-CF3B-AF75-E504-F0239C7E6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AE937F-C384-6B1C-D9B0-3BCF0BD6D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0100B7-D0F8-91AC-6A7B-FA727801C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130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6EB1091-4E67-FEB7-0C31-05E2FAFC47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4645FC6-3A0A-CC79-955D-31AB687F6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2178A3-5E95-B171-4ECE-76BAD26AE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EDDD25-C4EE-5116-CEA1-B9D1B82C0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F14F70-5F3A-9B87-43D9-08C55B60D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0474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A1B107-1FD1-5A9B-9F9E-60AE2CF7F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F46BF1-EF4F-20A5-D657-EDCDDD66F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468BD0-1C7A-A83E-ECC6-CD7B3C3CFB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9C964-FAAB-864C-A2EE-31FE49FE2253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D06ED1-9A8C-FCB4-D4CA-B696C9B244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C0E007-D489-E3DC-9484-5CC806FA75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D68A92-847F-2C4F-9C78-63E448CC872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27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A3C0E0-72B3-B30D-9141-75B020C51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今回の要点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D9FE3F2-FEDF-4534-0858-876629DD77F2}"/>
              </a:ext>
            </a:extLst>
          </p:cNvPr>
          <p:cNvSpPr txBox="1"/>
          <p:nvPr/>
        </p:nvSpPr>
        <p:spPr>
          <a:xfrm>
            <a:off x="838200" y="1690688"/>
            <a:ext cx="1037655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数字の</a:t>
            </a:r>
            <a:r>
              <a:rPr lang="en-US" altLang="ja-JP" sz="2400" dirty="0"/>
              <a:t>1~9</a:t>
            </a:r>
            <a:r>
              <a:rPr lang="ja-JP" altLang="en-US" sz="2400"/>
              <a:t>を判定してあげたい</a:t>
            </a:r>
            <a:endParaRPr lang="en-US" altLang="ja-JP" sz="2400" dirty="0"/>
          </a:p>
          <a:p>
            <a:r>
              <a:rPr lang="en-US" altLang="ja-JP" sz="2400" dirty="0"/>
              <a:t>←</a:t>
            </a:r>
            <a:r>
              <a:rPr lang="ja-JP" altLang="en-US" sz="2400"/>
              <a:t>これは機械学習で容易に実現できる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/>
              <a:t>今回の配布ディレクトリには</a:t>
            </a:r>
            <a:r>
              <a:rPr lang="en-US" altLang="ja-JP" sz="2400" dirty="0"/>
              <a:t>train</a:t>
            </a:r>
            <a:r>
              <a:rPr lang="ja-JP" altLang="en-US" sz="2400"/>
              <a:t>データがあるので、それを使用して学習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/>
              <a:t>具体的には、</a:t>
            </a:r>
            <a:r>
              <a:rPr lang="en-US" altLang="ja-JP" sz="2400" dirty="0"/>
              <a:t>k-</a:t>
            </a:r>
            <a:r>
              <a:rPr lang="ja-JP" altLang="en-US" sz="2400"/>
              <a:t>近傍法というメソッドを利用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/>
              <a:t>これによってディレクトリ直下のサンプル画像の数字がわかる！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29039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0CD793-981D-F60A-C1C5-96BFD19B7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学習過程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D4929AC-0614-6FC2-4870-309360F4AFA4}"/>
              </a:ext>
            </a:extLst>
          </p:cNvPr>
          <p:cNvSpPr txBox="1"/>
          <p:nvPr/>
        </p:nvSpPr>
        <p:spPr>
          <a:xfrm>
            <a:off x="838200" y="1690688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学習データはあるので、画像とその画像の数字を学習させたい</a:t>
            </a:r>
            <a:endParaRPr kumimoji="1" lang="en-US" altLang="ja-JP" sz="2400" dirty="0"/>
          </a:p>
          <a:p>
            <a:r>
              <a:rPr lang="en-US" altLang="ja-JP" sz="2400" dirty="0"/>
              <a:t>→</a:t>
            </a:r>
            <a:r>
              <a:rPr lang="ja-JP" altLang="en-US" sz="2400"/>
              <a:t>ファイル名が</a:t>
            </a:r>
            <a:r>
              <a:rPr lang="en-US" altLang="ja-JP" sz="2400" dirty="0" err="1"/>
              <a:t>aaaaaa-numx.png</a:t>
            </a:r>
            <a:r>
              <a:rPr lang="ja-JP" altLang="en-US" sz="2400"/>
              <a:t>となっているので、</a:t>
            </a:r>
            <a:endParaRPr lang="en-US" altLang="ja-JP" sz="2400" dirty="0"/>
          </a:p>
          <a:p>
            <a:r>
              <a:rPr kumimoji="1" lang="ja-JP" altLang="en-US" sz="2400"/>
              <a:t>　</a:t>
            </a:r>
            <a:r>
              <a:rPr kumimoji="1" lang="en-US" altLang="ja-JP" sz="2400" dirty="0"/>
              <a:t>(a</a:t>
            </a:r>
            <a:r>
              <a:rPr kumimoji="1" lang="ja-JP" altLang="en-US" sz="2400"/>
              <a:t>はファイル名、</a:t>
            </a:r>
            <a:r>
              <a:rPr lang="en-US" altLang="ja-JP" sz="2400" dirty="0"/>
              <a:t>x</a:t>
            </a:r>
            <a:r>
              <a:rPr lang="ja-JP" altLang="en-US" sz="2400"/>
              <a:t>は画像の数字名</a:t>
            </a:r>
            <a:r>
              <a:rPr kumimoji="1" lang="en-US" altLang="ja-JP" sz="2400" dirty="0"/>
              <a:t>)</a:t>
            </a:r>
          </a:p>
          <a:p>
            <a:r>
              <a:rPr kumimoji="1" lang="ja-JP" altLang="en-US" sz="2400"/>
              <a:t>　数字部分を抜き出して画像と対応させれば良い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/>
              <a:t>画像サイズを整えて、その画像と数字ラベルを配列に格納して対応させる</a:t>
            </a:r>
            <a:endParaRPr lang="en-US" altLang="ja-JP" sz="2400" dirty="0"/>
          </a:p>
          <a:p>
            <a:r>
              <a:rPr kumimoji="1" lang="en-US" altLang="ja-JP" sz="2400" dirty="0"/>
              <a:t>→</a:t>
            </a:r>
            <a:r>
              <a:rPr kumimoji="1" lang="ja-JP" altLang="en-US" sz="2400"/>
              <a:t>これで特徴量データが完成した</a:t>
            </a:r>
          </a:p>
        </p:txBody>
      </p:sp>
    </p:spTree>
    <p:extLst>
      <p:ext uri="{BB962C8B-B14F-4D97-AF65-F5344CB8AC3E}">
        <p14:creationId xmlns:p14="http://schemas.microsoft.com/office/powerpoint/2010/main" val="3443052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BE1DE7-8550-FE7E-E6A7-6B962C46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k-</a:t>
            </a:r>
            <a:r>
              <a:rPr lang="ja-JP" altLang="en-US"/>
              <a:t>近傍法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20935B4-A7CB-CC12-97E3-3DAFF2C89DDE}"/>
              </a:ext>
            </a:extLst>
          </p:cNvPr>
          <p:cNvSpPr txBox="1"/>
          <p:nvPr/>
        </p:nvSpPr>
        <p:spPr>
          <a:xfrm>
            <a:off x="838200" y="1690688"/>
            <a:ext cx="1064906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これはどのような方法なのか？</a:t>
            </a:r>
            <a:endParaRPr kumimoji="1" lang="en-US" altLang="ja-JP" sz="2400" dirty="0"/>
          </a:p>
          <a:p>
            <a:r>
              <a:rPr lang="ja-JP" altLang="en-US" sz="2400"/>
              <a:t>実のところ、あまり機械学習っぽくない</a:t>
            </a:r>
            <a:endParaRPr lang="en-US" altLang="ja-JP" sz="2400" dirty="0"/>
          </a:p>
          <a:p>
            <a:r>
              <a:rPr kumimoji="1" lang="ja-JP" altLang="en-US" sz="2400"/>
              <a:t>学習データと検証する画像を比較して、似ているものを採用するという方法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/>
              <a:t>ただ、一番似ているものだけで判定すると誤判定が起きる</a:t>
            </a:r>
            <a:endParaRPr lang="en-US" altLang="ja-JP" sz="2400" dirty="0"/>
          </a:p>
          <a:p>
            <a:r>
              <a:rPr kumimoji="1" lang="en-US" altLang="ja-JP" sz="2400" dirty="0"/>
              <a:t>→</a:t>
            </a:r>
            <a:r>
              <a:rPr kumimoji="1" lang="ja-JP" altLang="en-US" sz="2400"/>
              <a:t>そのため、</a:t>
            </a:r>
            <a:r>
              <a:rPr lang="en-US" altLang="ja-JP" sz="2400" dirty="0"/>
              <a:t>k</a:t>
            </a:r>
            <a:r>
              <a:rPr lang="ja-JP" altLang="en-US" sz="2400"/>
              <a:t>の値</a:t>
            </a:r>
            <a:r>
              <a:rPr lang="en-US" altLang="ja-JP" sz="2400" dirty="0"/>
              <a:t>(</a:t>
            </a:r>
            <a:r>
              <a:rPr lang="ja-JP" altLang="en-US" sz="2400"/>
              <a:t>判定に使用する画像の枚数</a:t>
            </a:r>
            <a:r>
              <a:rPr lang="en-US" altLang="ja-JP" sz="2400" dirty="0"/>
              <a:t>)</a:t>
            </a:r>
            <a:r>
              <a:rPr lang="ja-JP" altLang="en-US" sz="2400"/>
              <a:t>を利用して、その中で一番</a:t>
            </a:r>
            <a:endParaRPr lang="en-US" altLang="ja-JP" sz="2400" dirty="0"/>
          </a:p>
          <a:p>
            <a:r>
              <a:rPr kumimoji="1" lang="ja-JP" altLang="en-US" sz="2400"/>
              <a:t>　似ているラベルを、その画像の数字とする</a:t>
            </a:r>
            <a:endParaRPr kumimoji="1" lang="en-US" altLang="ja-JP" sz="2400" dirty="0"/>
          </a:p>
          <a:p>
            <a:r>
              <a:rPr lang="ja-JP" altLang="en-US" sz="2400"/>
              <a:t>これで数字の判別が可能！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/>
              <a:t>これは非常に単純であるが、全画像との比較による遅延や、</a:t>
            </a:r>
            <a:endParaRPr kumimoji="1" lang="en-US" altLang="ja-JP" sz="2400" dirty="0"/>
          </a:p>
          <a:p>
            <a:r>
              <a:rPr kumimoji="1" lang="ja-JP" altLang="en-US" sz="2400"/>
              <a:t>画像の形状の変化に</a:t>
            </a:r>
            <a:r>
              <a:rPr lang="ja-JP" altLang="en-US" sz="2400"/>
              <a:t>弱いというデメリットもある</a:t>
            </a:r>
            <a:endParaRPr lang="en-US" altLang="ja-JP" sz="2400" dirty="0"/>
          </a:p>
          <a:p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01512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265</Words>
  <Application>Microsoft Macintosh PowerPoint</Application>
  <PresentationFormat>ワイド画面</PresentationFormat>
  <Paragraphs>29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今回の要点</vt:lpstr>
      <vt:lpstr>学習過程</vt:lpstr>
      <vt:lpstr>k-近傍法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3</cp:revision>
  <dcterms:created xsi:type="dcterms:W3CDTF">2026-06-19T04:32:12Z</dcterms:created>
  <dcterms:modified xsi:type="dcterms:W3CDTF">2026-06-19T05:23:43Z</dcterms:modified>
</cp:coreProperties>
</file>