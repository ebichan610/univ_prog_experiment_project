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99" d="100"/>
          <a:sy n="99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6FF18-F914-C982-D8D6-D24F9404C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3AF829-34E5-D0E5-A5C7-9F96C2BC6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684CFD-9979-E689-817A-674795CD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F775A7-007C-EABB-5079-A69C99EB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3052E1-37DF-8C36-2E5B-8C4865D0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70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2400E4-ECAD-4721-483C-3B6037FA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9C0C55-02DB-78EF-1F35-22F4C25D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85CFB8-8B68-196D-B7DC-8791BA56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3866B7-F87F-5BA9-A94A-FA4A0ADD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2A402F-8A20-6EE5-D40F-2E61517D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28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23A0A-7D7E-4F88-C5E2-7FF67247A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9AE1A-894C-B763-1B8B-CD26769A2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4471EB-7B24-D0F3-9D02-3FC65BCF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4151BF-8D58-CA67-C9EF-78D46623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1B435C-7B3C-CCB4-7F8F-C7105F5C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62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23BF5A-D25F-B7D6-4161-B417FD43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7A09F9-72EA-B913-BDC4-09683C311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AB841B-0F55-416D-C313-203F13530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8F4BFB-621B-053B-849C-A3623DA2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1E1AF0-14D0-AD96-E978-56A74188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E33E64-707F-EDA1-7E72-AE15B687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81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33B4C3-297B-AD8F-2835-2C764CB0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1BED1C-25B1-DE37-378D-06686E92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900B77-4CE6-A530-088D-A4323A29F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19D536-8224-DF2B-8AD1-C09F568C8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635F110-DF92-543E-B889-AC9955CD8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09A0BEE-0DAB-8740-A207-BF6E379C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934CCA7-A761-0F73-4AFD-640A928C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8CE3E0F-8F68-B814-A388-6928B072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76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970A17-9E48-BA57-6C33-AF6966ED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51323A-B136-CEBE-BEB9-ECED5266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A2DE7EE-7527-B41E-AD6E-DC455C47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2B5D28B-C1BE-A091-CEF9-F25B5DF9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47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27AB97-17F8-8014-2C87-783142C0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4FB875A-5D84-7EC7-38B4-427888A9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8ECF90-604B-711A-0DE6-93F49BE3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82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3124EF-AC7D-A7D6-CD0A-B6AD8C24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C57DAE-9D17-F630-A196-2FBF20E9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B1C2BC-C78E-D749-3AD6-7C2F93BF2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C33D68-D834-CC0A-C6FF-719CB373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F1D0A0-B9DF-B797-62E6-5431B740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4B2D56-DFC5-F413-AB8D-02D9AEB8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56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8FE7B6-68AE-2AD9-9CE3-5F5C4F3A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8F993EB-8E88-D6E0-C4D9-5ECE2FB66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5B7787-8D4B-7120-437E-4653A972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895F6E-1B33-2774-346B-4E883E29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01D803-B9FA-2714-C7E6-77596C16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01E536-621F-1209-DDA2-27BD52B1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86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13C6DF-93C1-148D-A33A-A3C2EA70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23AE28-3FE7-981A-12A9-B12CE034D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281B0F-539F-BA50-9407-D8424D64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75CE8-F0AD-0D30-2C83-1899F854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B4F003-4E6E-454A-6C7D-3295E5A2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96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D995D6-E18A-2249-4DE6-9FFDA5DCDB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2F9462-7186-60D4-A80C-83084DA95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C814E5-86F3-0F66-89CB-DD68D671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3834E-22D9-C0C3-4621-FEEE757F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3FDE6-588A-8D1F-909C-B741591CD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286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13B979-2C87-21E2-CFA6-02BA88C2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FBA8C8-7835-66AC-E1CA-C391E5CF3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87C87B-A63D-8F44-5BDA-1AE91BF17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FB609-9176-7347-8EE1-41B1334E0489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61CB88-7850-F6AD-CF81-02218DF57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49C7E5-4CE9-BA4D-A889-938490B4E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7A5CF-7843-EC44-9027-4EB36157C1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03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6FE38D-5133-570F-3740-858C5FE6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今回の要点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2014D4-6B49-3387-7B31-507B95AD7EE2}"/>
              </a:ext>
            </a:extLst>
          </p:cNvPr>
          <p:cNvSpPr txBox="1"/>
          <p:nvPr/>
        </p:nvSpPr>
        <p:spPr>
          <a:xfrm>
            <a:off x="838200" y="1690688"/>
            <a:ext cx="91101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じゃんけんの手の形</a:t>
            </a:r>
            <a:r>
              <a:rPr kumimoji="1" lang="en-US" altLang="ja-JP" sz="2400" dirty="0"/>
              <a:t>(</a:t>
            </a:r>
            <a:r>
              <a:rPr kumimoji="1" lang="ja-JP" altLang="en-US" sz="2400"/>
              <a:t>グー、チョキ、パー</a:t>
            </a:r>
            <a:r>
              <a:rPr kumimoji="1" lang="en-US" altLang="ja-JP" sz="2400" dirty="0"/>
              <a:t>)</a:t>
            </a:r>
            <a:r>
              <a:rPr kumimoji="1" lang="ja-JP" altLang="en-US" sz="2400"/>
              <a:t>を判別する</a:t>
            </a:r>
            <a:endParaRPr kumimoji="1" lang="en-US" altLang="ja-JP" sz="2400" dirty="0"/>
          </a:p>
          <a:p>
            <a:r>
              <a:rPr kumimoji="1" lang="ja-JP" altLang="en-US" sz="2400"/>
              <a:t>課題</a:t>
            </a:r>
            <a:r>
              <a:rPr kumimoji="1" lang="en-US" altLang="ja-JP" sz="2400" dirty="0"/>
              <a:t>7</a:t>
            </a:r>
            <a:r>
              <a:rPr kumimoji="1" lang="ja-JP" altLang="en-US" sz="2400"/>
              <a:t>や</a:t>
            </a:r>
            <a:r>
              <a:rPr kumimoji="1" lang="en-US" altLang="ja-JP" sz="2400" dirty="0"/>
              <a:t>8</a:t>
            </a:r>
            <a:r>
              <a:rPr kumimoji="1" lang="ja-JP" altLang="en-US" sz="2400"/>
              <a:t>のように物体が画面を行き来するのではなく、</a:t>
            </a:r>
            <a:endParaRPr kumimoji="1" lang="en-US" altLang="ja-JP" sz="2400" dirty="0"/>
          </a:p>
          <a:p>
            <a:r>
              <a:rPr kumimoji="1" lang="ja-JP" altLang="en-US" sz="2400"/>
              <a:t>物体がその場で形が変わる</a:t>
            </a:r>
            <a:endParaRPr kumimoji="1" lang="en-US" altLang="ja-JP" sz="2400" dirty="0"/>
          </a:p>
          <a:p>
            <a:r>
              <a:rPr kumimoji="1" lang="en-US" altLang="ja-JP" sz="2400" dirty="0"/>
              <a:t>→</a:t>
            </a:r>
            <a:r>
              <a:rPr kumimoji="1" lang="ja-JP" altLang="en-US" sz="2400"/>
              <a:t>では、どのように判定すれば良いのだろうか？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/>
              <a:t>グーとチョキとパーは指の形が違う</a:t>
            </a:r>
            <a:endParaRPr kumimoji="1" lang="en-US" altLang="ja-JP" sz="2400" dirty="0"/>
          </a:p>
          <a:p>
            <a:r>
              <a:rPr lang="en-US" altLang="ja-JP" sz="2400" dirty="0"/>
              <a:t>→</a:t>
            </a:r>
            <a:r>
              <a:rPr lang="ja-JP" altLang="en-US" sz="2400"/>
              <a:t>手全体を見た時に輪郭の凸凹具合で場合分けできるのでは？</a:t>
            </a:r>
            <a:endParaRPr lang="en-US" altLang="ja-JP" sz="2400" dirty="0"/>
          </a:p>
          <a:p>
            <a:r>
              <a:rPr kumimoji="1" lang="en-US" altLang="ja-JP" sz="2400" dirty="0"/>
              <a:t>→</a:t>
            </a:r>
            <a:r>
              <a:rPr kumimoji="1" lang="ja-JP" altLang="en-US" sz="2400"/>
              <a:t>つまり、手を抽出して、輪郭を抽出して、凸凹度合いを判定！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/>
              <a:t>これで手の形がわかった！</a:t>
            </a:r>
            <a:endParaRPr kumimoji="1" lang="en-US" altLang="ja-JP" sz="2400" dirty="0"/>
          </a:p>
          <a:p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941853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340E8F-106B-DD85-8AC5-AC1313F8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手の抽出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FFBFCE-2FBA-B55A-DBC8-7154CF8D72AF}"/>
              </a:ext>
            </a:extLst>
          </p:cNvPr>
          <p:cNvSpPr txBox="1"/>
          <p:nvPr/>
        </p:nvSpPr>
        <p:spPr>
          <a:xfrm>
            <a:off x="838200" y="1690688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赤色物体抽出のときのように、肌色部分を抽出する</a:t>
            </a:r>
          </a:p>
        </p:txBody>
      </p:sp>
    </p:spTree>
    <p:extLst>
      <p:ext uri="{BB962C8B-B14F-4D97-AF65-F5344CB8AC3E}">
        <p14:creationId xmlns:p14="http://schemas.microsoft.com/office/powerpoint/2010/main" val="262290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32DC9-0B44-A274-FF94-3A88FEBA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11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128</Words>
  <Application>Microsoft Macintosh PowerPoint</Application>
  <PresentationFormat>ワイド画面</PresentationFormat>
  <Paragraphs>13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今回の要点</vt:lpstr>
      <vt:lpstr>手の抽出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7</cp:revision>
  <dcterms:created xsi:type="dcterms:W3CDTF">2026-06-19T03:14:53Z</dcterms:created>
  <dcterms:modified xsi:type="dcterms:W3CDTF">2026-06-19T04:05:14Z</dcterms:modified>
</cp:coreProperties>
</file>