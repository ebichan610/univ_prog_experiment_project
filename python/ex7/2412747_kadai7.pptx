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3"/>
  </p:normalViewPr>
  <p:slideViewPr>
    <p:cSldViewPr snapToGrid="0">
      <p:cViewPr varScale="1">
        <p:scale>
          <a:sx n="100" d="100"/>
          <a:sy n="100" d="100"/>
        </p:scale>
        <p:origin x="9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3A1C02-CF2C-D330-C00B-F3ADE2633A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10376DA-A7DD-CD4B-97F8-9854607154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41A3F1-5D11-0E41-4EC4-A85209F6C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93A787-9BD4-849B-84DA-17C652B3F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F77126-DC2E-EF9F-CDD3-63BE92E05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8217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B1C33A-0C9C-662C-C894-033364C2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1F9DB8-A415-A66D-03EB-E73D9938E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899980-55B3-0595-29F5-ABB24ACFC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BF9FE2-1A92-6C14-BDEC-346614ADD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942EF6-3AA2-E5E3-C6C7-978DE82BA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5325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2230B1-9274-2755-BCE2-7109678E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E56BBB-BB7D-7B20-1335-34703D95A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591657-F413-3FF4-42C2-BF924DF2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D05528-8EFA-795B-36E4-998044112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EEED8B-0A41-FD48-3E9C-EBB5E58F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730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FCEB87-8C5C-1FC3-AEDE-97D68B90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484159-7FFA-5A75-60F5-55354A2CBC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6D22D4-6195-FE7A-ED9D-1580F8266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6A9C414-3E1B-4EA6-DFA8-F64292C8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89B53A9-465C-A3C7-04CF-D12A68C7E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C6556E2-CEDA-01D5-5A58-1CBF7EB3A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1411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F36BE9-3707-4125-8394-1C6A13AB4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C1C8B8-2A2C-3606-BBCA-4C98A9E6B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CD6EA6D-1C3F-6FF3-34B7-B43FFD218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58E74BB-F453-60C3-4525-3A86B839B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316A67B-0C19-79E3-342D-F59039D710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8AA8AD-3019-F249-72FC-76D80906D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10332C6-9073-DB9A-EEB6-C1EBC6735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889E31A-777C-20B6-3EF0-A3D4D47F7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569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F05B07-566C-3CC5-B21E-CCD16C28C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E369374-F558-845E-9F28-C1601E732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0608745-BD7C-78DA-AC6A-4D5236574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7BF8E79-080B-D87A-1B14-5CF238264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37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85FB094-AB9D-6DFD-DABE-034E4CD1E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44FB950-24C8-2494-1F6D-1AC767EAD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ECB064-30D7-82F1-D0FD-CD2F38F3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589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452D39-3150-027D-97C7-680A7E2F2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BB971A-E598-AD9B-9BB8-1BEC79CF3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1F0CC92-877E-A98A-B472-0EA763124E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B52D2FD-51E9-EE0A-F77B-234DF6154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16EFE1-2ABB-0215-7C22-A351DBD49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2AA77E-9384-8C8A-9227-843524092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8652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D12CB7-5AC6-F48E-CA0B-5E9777FF3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517ADC2-6EC4-0576-DF0F-F67D04BEF0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0222941-5B44-2C7E-B1E9-455310841B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99435F-6B32-2686-1203-3BED90566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474D6C6-8385-9FBA-F105-C14FD7802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E564C8C-D984-562A-6420-A85D40A32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627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3CE3A1-0F2C-A8A6-1E0E-25020FB92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A0844AA-CFAE-264D-B8C8-70F537630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49833B-66A1-E5D9-06B7-94BE0BF95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9BDEEB-9B63-BA2A-D0F9-A8D5C53B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3064AA-F7F2-F7BB-7B4D-6017FC2A6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3977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33F9FD5-94C2-A3F7-1A5F-F709056C35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4BBF98E-8B99-290C-35B8-B6C66E1AD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82F210-68E3-FAE6-77BA-3260EB87E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11F482-E800-392E-F3B7-5B8532485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E848EA-95C8-20EF-1B13-56D40FC2F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5070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5D8D122-C398-DA68-D102-8434C7D4C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26C0E09-3855-A82F-A807-1CCD5ACF2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A579E5-11CA-0BE7-EAF8-2E25F0FACB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FE013F-E566-084D-8909-8EC0C9FFAC58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F1E9A-490D-45B7-AE52-966686573D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8E65AC6-19FC-156C-F654-4DDE9FD4D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0131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7E3ED1-C6A7-91E9-22C2-ADB6558CA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6130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1</cp:revision>
  <dcterms:created xsi:type="dcterms:W3CDTF">2026-05-29T05:57:48Z</dcterms:created>
  <dcterms:modified xsi:type="dcterms:W3CDTF">2026-05-29T05:58:29Z</dcterms:modified>
</cp:coreProperties>
</file>